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19"/>
  </p:notesMasterIdLst>
  <p:sldIdLst>
    <p:sldId id="257" r:id="rId3"/>
    <p:sldId id="264" r:id="rId4"/>
    <p:sldId id="288" r:id="rId5"/>
    <p:sldId id="258" r:id="rId6"/>
    <p:sldId id="259" r:id="rId7"/>
    <p:sldId id="261" r:id="rId8"/>
    <p:sldId id="281" r:id="rId9"/>
    <p:sldId id="265" r:id="rId10"/>
    <p:sldId id="282" r:id="rId11"/>
    <p:sldId id="274" r:id="rId12"/>
    <p:sldId id="283" r:id="rId13"/>
    <p:sldId id="273" r:id="rId14"/>
    <p:sldId id="275" r:id="rId15"/>
    <p:sldId id="276" r:id="rId16"/>
    <p:sldId id="277" r:id="rId17"/>
    <p:sldId id="289" r:id="rId18"/>
  </p:sldIdLst>
  <p:sldSz cx="12192000" cy="6858000"/>
  <p:notesSz cx="6858000" cy="9144000"/>
  <p:custDataLst>
    <p:tags r:id="rId2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91E"/>
    <a:srgbClr val="154A4B"/>
    <a:srgbClr val="D9D9D9"/>
    <a:srgbClr val="538B88"/>
    <a:srgbClr val="124142"/>
    <a:srgbClr val="154C4E"/>
    <a:srgbClr val="0B374D"/>
    <a:srgbClr val="012C47"/>
    <a:srgbClr val="00C2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656" autoAdjust="0"/>
    <p:restoredTop sz="94660"/>
  </p:normalViewPr>
  <p:slideViewPr>
    <p:cSldViewPr snapToGrid="0">
      <p:cViewPr varScale="1">
        <p:scale>
          <a:sx n="112" d="100"/>
          <a:sy n="112" d="100"/>
        </p:scale>
        <p:origin x="608" y="1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25EA3C-7D75-4277-8ED2-54AF1BB0E38E}" type="datetimeFigureOut">
              <a:rPr lang="zh-CN" altLang="en-US" smtClean="0"/>
              <a:t>2022/5/17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9B6A21-F317-4685-8E61-539FBE8D7F99}" type="slidenum">
              <a:rPr lang="zh-CN" altLang="en-US" smtClean="0"/>
              <a:t>‹#›</a:t>
            </a:fld>
            <a:endParaRPr lang="zh-CN" altLang="en-US"/>
          </a:p>
        </p:txBody>
      </p:sp>
    </p:spTree>
    <p:extLst>
      <p:ext uri="{BB962C8B-B14F-4D97-AF65-F5344CB8AC3E}">
        <p14:creationId xmlns:p14="http://schemas.microsoft.com/office/powerpoint/2010/main" val="1154265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9B6A21-F317-4685-8E61-539FBE8D7F99}" type="slidenum">
              <a:rPr lang="zh-CN" altLang="en-US" smtClean="0"/>
              <a:t>1</a:t>
            </a:fld>
            <a:endParaRPr lang="zh-CN" altLang="en-US"/>
          </a:p>
        </p:txBody>
      </p:sp>
    </p:spTree>
    <p:extLst>
      <p:ext uri="{BB962C8B-B14F-4D97-AF65-F5344CB8AC3E}">
        <p14:creationId xmlns:p14="http://schemas.microsoft.com/office/powerpoint/2010/main" val="11883523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9B6A21-F317-4685-8E61-539FBE8D7F99}" type="slidenum">
              <a:rPr lang="zh-CN" altLang="en-US" smtClean="0"/>
              <a:t>2</a:t>
            </a:fld>
            <a:endParaRPr lang="zh-CN" altLang="en-US"/>
          </a:p>
        </p:txBody>
      </p:sp>
    </p:spTree>
    <p:extLst>
      <p:ext uri="{BB962C8B-B14F-4D97-AF65-F5344CB8AC3E}">
        <p14:creationId xmlns:p14="http://schemas.microsoft.com/office/powerpoint/2010/main" val="1533324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9B6A21-F317-4685-8E61-539FBE8D7F99}" type="slidenum">
              <a:rPr lang="zh-CN" altLang="en-US" smtClean="0"/>
              <a:t>3</a:t>
            </a:fld>
            <a:endParaRPr lang="zh-CN" altLang="en-US"/>
          </a:p>
        </p:txBody>
      </p:sp>
    </p:spTree>
    <p:extLst>
      <p:ext uri="{BB962C8B-B14F-4D97-AF65-F5344CB8AC3E}">
        <p14:creationId xmlns:p14="http://schemas.microsoft.com/office/powerpoint/2010/main" val="620460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9B6A21-F317-4685-8E61-539FBE8D7F99}" type="slidenum">
              <a:rPr lang="zh-CN" altLang="en-US" smtClean="0"/>
              <a:t>4</a:t>
            </a:fld>
            <a:endParaRPr lang="zh-CN" altLang="en-US"/>
          </a:p>
        </p:txBody>
      </p:sp>
    </p:spTree>
    <p:extLst>
      <p:ext uri="{BB962C8B-B14F-4D97-AF65-F5344CB8AC3E}">
        <p14:creationId xmlns:p14="http://schemas.microsoft.com/office/powerpoint/2010/main" val="1838484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9B6A21-F317-4685-8E61-539FBE8D7F99}" type="slidenum">
              <a:rPr lang="zh-CN" altLang="en-US" smtClean="0"/>
              <a:t>5</a:t>
            </a:fld>
            <a:endParaRPr lang="zh-CN" altLang="en-US"/>
          </a:p>
        </p:txBody>
      </p:sp>
    </p:spTree>
    <p:extLst>
      <p:ext uri="{BB962C8B-B14F-4D97-AF65-F5344CB8AC3E}">
        <p14:creationId xmlns:p14="http://schemas.microsoft.com/office/powerpoint/2010/main" val="855455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9B6A21-F317-4685-8E61-539FBE8D7F99}" type="slidenum">
              <a:rPr lang="zh-CN" altLang="en-US" smtClean="0"/>
              <a:t>6</a:t>
            </a:fld>
            <a:endParaRPr lang="zh-CN" altLang="en-US"/>
          </a:p>
        </p:txBody>
      </p:sp>
    </p:spTree>
    <p:extLst>
      <p:ext uri="{BB962C8B-B14F-4D97-AF65-F5344CB8AC3E}">
        <p14:creationId xmlns:p14="http://schemas.microsoft.com/office/powerpoint/2010/main" val="7258878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9B6A21-F317-4685-8E61-539FBE8D7F99}" type="slidenum">
              <a:rPr lang="zh-CN" altLang="en-US" smtClean="0"/>
              <a:t>7</a:t>
            </a:fld>
            <a:endParaRPr lang="zh-CN" altLang="en-US"/>
          </a:p>
        </p:txBody>
      </p:sp>
    </p:spTree>
    <p:extLst>
      <p:ext uri="{BB962C8B-B14F-4D97-AF65-F5344CB8AC3E}">
        <p14:creationId xmlns:p14="http://schemas.microsoft.com/office/powerpoint/2010/main" val="35282813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9B6A21-F317-4685-8E61-539FBE8D7F99}" type="slidenum">
              <a:rPr lang="zh-CN" altLang="en-US" smtClean="0"/>
              <a:t>8</a:t>
            </a:fld>
            <a:endParaRPr lang="zh-CN" altLang="en-US"/>
          </a:p>
        </p:txBody>
      </p:sp>
    </p:spTree>
    <p:extLst>
      <p:ext uri="{BB962C8B-B14F-4D97-AF65-F5344CB8AC3E}">
        <p14:creationId xmlns:p14="http://schemas.microsoft.com/office/powerpoint/2010/main" val="22817548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9B6A21-F317-4685-8E61-539FBE8D7F99}" type="slidenum">
              <a:rPr lang="zh-CN" altLang="en-US" smtClean="0"/>
              <a:t>9</a:t>
            </a:fld>
            <a:endParaRPr lang="zh-CN" altLang="en-US"/>
          </a:p>
        </p:txBody>
      </p:sp>
    </p:spTree>
    <p:extLst>
      <p:ext uri="{BB962C8B-B14F-4D97-AF65-F5344CB8AC3E}">
        <p14:creationId xmlns:p14="http://schemas.microsoft.com/office/powerpoint/2010/main" val="194348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9B6A21-F317-4685-8E61-539FBE8D7F99}" type="slidenum">
              <a:rPr lang="zh-CN" altLang="en-US" smtClean="0"/>
              <a:t>10</a:t>
            </a:fld>
            <a:endParaRPr lang="zh-CN" altLang="en-US"/>
          </a:p>
        </p:txBody>
      </p:sp>
    </p:spTree>
    <p:extLst>
      <p:ext uri="{BB962C8B-B14F-4D97-AF65-F5344CB8AC3E}">
        <p14:creationId xmlns:p14="http://schemas.microsoft.com/office/powerpoint/2010/main" val="24951858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9B6A21-F317-4685-8E61-539FBE8D7F99}" type="slidenum">
              <a:rPr lang="zh-CN" altLang="en-US" smtClean="0"/>
              <a:t>11</a:t>
            </a:fld>
            <a:endParaRPr lang="zh-CN" altLang="en-US"/>
          </a:p>
        </p:txBody>
      </p:sp>
    </p:spTree>
    <p:extLst>
      <p:ext uri="{BB962C8B-B14F-4D97-AF65-F5344CB8AC3E}">
        <p14:creationId xmlns:p14="http://schemas.microsoft.com/office/powerpoint/2010/main" val="8024634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9B6A21-F317-4685-8E61-539FBE8D7F99}" type="slidenum">
              <a:rPr lang="zh-CN" altLang="en-US" smtClean="0"/>
              <a:t>12</a:t>
            </a:fld>
            <a:endParaRPr lang="zh-CN" altLang="en-US"/>
          </a:p>
        </p:txBody>
      </p:sp>
    </p:spTree>
    <p:extLst>
      <p:ext uri="{BB962C8B-B14F-4D97-AF65-F5344CB8AC3E}">
        <p14:creationId xmlns:p14="http://schemas.microsoft.com/office/powerpoint/2010/main" val="31522713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9B6A21-F317-4685-8E61-539FBE8D7F99}" type="slidenum">
              <a:rPr lang="zh-CN" altLang="en-US" smtClean="0"/>
              <a:t>13</a:t>
            </a:fld>
            <a:endParaRPr lang="zh-CN" altLang="en-US"/>
          </a:p>
        </p:txBody>
      </p:sp>
    </p:spTree>
    <p:extLst>
      <p:ext uri="{BB962C8B-B14F-4D97-AF65-F5344CB8AC3E}">
        <p14:creationId xmlns:p14="http://schemas.microsoft.com/office/powerpoint/2010/main" val="5434470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9B6A21-F317-4685-8E61-539FBE8D7F99}" type="slidenum">
              <a:rPr lang="zh-CN" altLang="en-US" smtClean="0"/>
              <a:t>14</a:t>
            </a:fld>
            <a:endParaRPr lang="zh-CN" altLang="en-US"/>
          </a:p>
        </p:txBody>
      </p:sp>
    </p:spTree>
    <p:extLst>
      <p:ext uri="{BB962C8B-B14F-4D97-AF65-F5344CB8AC3E}">
        <p14:creationId xmlns:p14="http://schemas.microsoft.com/office/powerpoint/2010/main" val="18830094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9B6A21-F317-4685-8E61-539FBE8D7F99}" type="slidenum">
              <a:rPr lang="zh-CN" altLang="en-US" smtClean="0"/>
              <a:t>15</a:t>
            </a:fld>
            <a:endParaRPr lang="zh-CN" altLang="en-US"/>
          </a:p>
        </p:txBody>
      </p:sp>
    </p:spTree>
    <p:extLst>
      <p:ext uri="{BB962C8B-B14F-4D97-AF65-F5344CB8AC3E}">
        <p14:creationId xmlns:p14="http://schemas.microsoft.com/office/powerpoint/2010/main" val="41208294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9B6A21-F317-4685-8E61-539FBE8D7F99}" type="slidenum">
              <a:rPr lang="zh-CN" altLang="en-US" smtClean="0"/>
              <a:t>16</a:t>
            </a:fld>
            <a:endParaRPr lang="zh-CN" altLang="en-US"/>
          </a:p>
        </p:txBody>
      </p:sp>
    </p:spTree>
    <p:extLst>
      <p:ext uri="{BB962C8B-B14F-4D97-AF65-F5344CB8AC3E}">
        <p14:creationId xmlns:p14="http://schemas.microsoft.com/office/powerpoint/2010/main" val="1626999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36AB11-B2CC-407F-B787-069B3574699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DE3DF81-6FDC-480E-BD9B-1F1C0E63A2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6A39EC8-88A2-44B2-83C2-4BFBE1A3DCD9}"/>
              </a:ext>
            </a:extLst>
          </p:cNvPr>
          <p:cNvSpPr>
            <a:spLocks noGrp="1"/>
          </p:cNvSpPr>
          <p:nvPr>
            <p:ph type="dt" sz="half" idx="10"/>
          </p:nvPr>
        </p:nvSpPr>
        <p:spPr/>
        <p:txBody>
          <a:bodyPr/>
          <a:lstStyle/>
          <a:p>
            <a:fld id="{C66E3945-4D11-476C-AF5D-B8438CAD82D0}" type="datetimeFigureOut">
              <a:rPr lang="zh-CN" altLang="en-US" smtClean="0"/>
              <a:t>2022/5/17</a:t>
            </a:fld>
            <a:endParaRPr lang="zh-CN" altLang="en-US"/>
          </a:p>
        </p:txBody>
      </p:sp>
      <p:sp>
        <p:nvSpPr>
          <p:cNvPr id="5" name="页脚占位符 4">
            <a:extLst>
              <a:ext uri="{FF2B5EF4-FFF2-40B4-BE49-F238E27FC236}">
                <a16:creationId xmlns:a16="http://schemas.microsoft.com/office/drawing/2014/main" id="{8C8884DA-C334-43F8-81E0-AEAC4BBB1AE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1C2A53F-9A35-42D6-912F-C4AF8A7E1FF4}"/>
              </a:ext>
            </a:extLst>
          </p:cNvPr>
          <p:cNvSpPr>
            <a:spLocks noGrp="1"/>
          </p:cNvSpPr>
          <p:nvPr>
            <p:ph type="sldNum" sz="quarter" idx="12"/>
          </p:nvPr>
        </p:nvSpPr>
        <p:spPr/>
        <p:txBody>
          <a:bodyPr/>
          <a:lstStyle/>
          <a:p>
            <a:fld id="{96BB956B-3D7E-4487-B983-6C6C77D6B731}" type="slidenum">
              <a:rPr lang="zh-CN" altLang="en-US" smtClean="0"/>
              <a:t>‹#›</a:t>
            </a:fld>
            <a:endParaRPr lang="zh-CN" altLang="en-US"/>
          </a:p>
        </p:txBody>
      </p:sp>
    </p:spTree>
    <p:extLst>
      <p:ext uri="{BB962C8B-B14F-4D97-AF65-F5344CB8AC3E}">
        <p14:creationId xmlns:p14="http://schemas.microsoft.com/office/powerpoint/2010/main" val="4188734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CD7509-01CA-4A7A-A0F0-7AA883B778C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D9BBDA8-7FBA-43B0-90F4-0EA2A8B883B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CE2D781-E7D9-4FDE-8E95-177A58831987}"/>
              </a:ext>
            </a:extLst>
          </p:cNvPr>
          <p:cNvSpPr>
            <a:spLocks noGrp="1"/>
          </p:cNvSpPr>
          <p:nvPr>
            <p:ph type="dt" sz="half" idx="10"/>
          </p:nvPr>
        </p:nvSpPr>
        <p:spPr/>
        <p:txBody>
          <a:bodyPr/>
          <a:lstStyle/>
          <a:p>
            <a:fld id="{C66E3945-4D11-476C-AF5D-B8438CAD82D0}" type="datetimeFigureOut">
              <a:rPr lang="zh-CN" altLang="en-US" smtClean="0"/>
              <a:t>2022/5/17</a:t>
            </a:fld>
            <a:endParaRPr lang="zh-CN" altLang="en-US"/>
          </a:p>
        </p:txBody>
      </p:sp>
      <p:sp>
        <p:nvSpPr>
          <p:cNvPr id="5" name="页脚占位符 4">
            <a:extLst>
              <a:ext uri="{FF2B5EF4-FFF2-40B4-BE49-F238E27FC236}">
                <a16:creationId xmlns:a16="http://schemas.microsoft.com/office/drawing/2014/main" id="{ED46498A-2630-4ED2-8586-8C52F748BB3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77FB96E-1A44-47DE-8628-4F43CB2D919C}"/>
              </a:ext>
            </a:extLst>
          </p:cNvPr>
          <p:cNvSpPr>
            <a:spLocks noGrp="1"/>
          </p:cNvSpPr>
          <p:nvPr>
            <p:ph type="sldNum" sz="quarter" idx="12"/>
          </p:nvPr>
        </p:nvSpPr>
        <p:spPr/>
        <p:txBody>
          <a:bodyPr/>
          <a:lstStyle/>
          <a:p>
            <a:fld id="{96BB956B-3D7E-4487-B983-6C6C77D6B731}" type="slidenum">
              <a:rPr lang="zh-CN" altLang="en-US" smtClean="0"/>
              <a:t>‹#›</a:t>
            </a:fld>
            <a:endParaRPr lang="zh-CN" altLang="en-US"/>
          </a:p>
        </p:txBody>
      </p:sp>
    </p:spTree>
    <p:extLst>
      <p:ext uri="{BB962C8B-B14F-4D97-AF65-F5344CB8AC3E}">
        <p14:creationId xmlns:p14="http://schemas.microsoft.com/office/powerpoint/2010/main" val="1338698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44FA7E-C4FC-4830-9CDC-80983E3E6F0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DCA3092-F3F5-4784-BEF0-DD5F402F34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97683A8-6948-4F7E-8D70-8C7F7DB5C4BC}"/>
              </a:ext>
            </a:extLst>
          </p:cNvPr>
          <p:cNvSpPr>
            <a:spLocks noGrp="1"/>
          </p:cNvSpPr>
          <p:nvPr>
            <p:ph type="dt" sz="half" idx="10"/>
          </p:nvPr>
        </p:nvSpPr>
        <p:spPr/>
        <p:txBody>
          <a:bodyPr/>
          <a:lstStyle/>
          <a:p>
            <a:fld id="{C66E3945-4D11-476C-AF5D-B8438CAD82D0}" type="datetimeFigureOut">
              <a:rPr lang="zh-CN" altLang="en-US" smtClean="0"/>
              <a:t>2022/5/17</a:t>
            </a:fld>
            <a:endParaRPr lang="zh-CN" altLang="en-US"/>
          </a:p>
        </p:txBody>
      </p:sp>
      <p:sp>
        <p:nvSpPr>
          <p:cNvPr id="5" name="页脚占位符 4">
            <a:extLst>
              <a:ext uri="{FF2B5EF4-FFF2-40B4-BE49-F238E27FC236}">
                <a16:creationId xmlns:a16="http://schemas.microsoft.com/office/drawing/2014/main" id="{13FCBCAC-C8EF-465C-BF70-F3C2072DE67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3947644-84EC-4C50-BEDE-F9669AFFA207}"/>
              </a:ext>
            </a:extLst>
          </p:cNvPr>
          <p:cNvSpPr>
            <a:spLocks noGrp="1"/>
          </p:cNvSpPr>
          <p:nvPr>
            <p:ph type="sldNum" sz="quarter" idx="12"/>
          </p:nvPr>
        </p:nvSpPr>
        <p:spPr/>
        <p:txBody>
          <a:bodyPr/>
          <a:lstStyle/>
          <a:p>
            <a:fld id="{96BB956B-3D7E-4487-B983-6C6C77D6B731}" type="slidenum">
              <a:rPr lang="zh-CN" altLang="en-US" smtClean="0"/>
              <a:t>‹#›</a:t>
            </a:fld>
            <a:endParaRPr lang="zh-CN" altLang="en-US"/>
          </a:p>
        </p:txBody>
      </p:sp>
    </p:spTree>
    <p:extLst>
      <p:ext uri="{BB962C8B-B14F-4D97-AF65-F5344CB8AC3E}">
        <p14:creationId xmlns:p14="http://schemas.microsoft.com/office/powerpoint/2010/main" val="505213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B0A075-3E0B-4740-98A4-63BB5D01A04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121D019-075C-4960-9F7C-5470F91345E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7A940BC8-6D8E-4747-BC96-B5CFAB67F76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52714136-5DF8-4CB2-BC3D-4F696CBB1918}"/>
              </a:ext>
            </a:extLst>
          </p:cNvPr>
          <p:cNvSpPr>
            <a:spLocks noGrp="1"/>
          </p:cNvSpPr>
          <p:nvPr>
            <p:ph type="dt" sz="half" idx="10"/>
          </p:nvPr>
        </p:nvSpPr>
        <p:spPr/>
        <p:txBody>
          <a:bodyPr/>
          <a:lstStyle/>
          <a:p>
            <a:fld id="{C66E3945-4D11-476C-AF5D-B8438CAD82D0}" type="datetimeFigureOut">
              <a:rPr lang="zh-CN" altLang="en-US" smtClean="0"/>
              <a:t>2022/5/17</a:t>
            </a:fld>
            <a:endParaRPr lang="zh-CN" altLang="en-US"/>
          </a:p>
        </p:txBody>
      </p:sp>
      <p:sp>
        <p:nvSpPr>
          <p:cNvPr id="6" name="页脚占位符 5">
            <a:extLst>
              <a:ext uri="{FF2B5EF4-FFF2-40B4-BE49-F238E27FC236}">
                <a16:creationId xmlns:a16="http://schemas.microsoft.com/office/drawing/2014/main" id="{356763F2-37BF-4934-939F-FFFAABE2455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4A1E385-0CE6-4A71-824B-8BC271A6188C}"/>
              </a:ext>
            </a:extLst>
          </p:cNvPr>
          <p:cNvSpPr>
            <a:spLocks noGrp="1"/>
          </p:cNvSpPr>
          <p:nvPr>
            <p:ph type="sldNum" sz="quarter" idx="12"/>
          </p:nvPr>
        </p:nvSpPr>
        <p:spPr/>
        <p:txBody>
          <a:bodyPr/>
          <a:lstStyle/>
          <a:p>
            <a:fld id="{96BB956B-3D7E-4487-B983-6C6C77D6B731}" type="slidenum">
              <a:rPr lang="zh-CN" altLang="en-US" smtClean="0"/>
              <a:t>‹#›</a:t>
            </a:fld>
            <a:endParaRPr lang="zh-CN" altLang="en-US"/>
          </a:p>
        </p:txBody>
      </p:sp>
    </p:spTree>
    <p:extLst>
      <p:ext uri="{BB962C8B-B14F-4D97-AF65-F5344CB8AC3E}">
        <p14:creationId xmlns:p14="http://schemas.microsoft.com/office/powerpoint/2010/main" val="1538108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C3C355-7CE0-42B0-B2B9-459E5471830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16DF043-E00F-47D3-86A1-46636B260B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CE9CB24-228F-417F-A031-43F975C9E9EA}"/>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DC6BA77-8E82-4A7F-9202-153D16886D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75930CA-2CEB-403E-8113-43A0D75EA69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44E4FDD-A24D-4B34-B773-1DCAEA841CFB}"/>
              </a:ext>
            </a:extLst>
          </p:cNvPr>
          <p:cNvSpPr>
            <a:spLocks noGrp="1"/>
          </p:cNvSpPr>
          <p:nvPr>
            <p:ph type="dt" sz="half" idx="10"/>
          </p:nvPr>
        </p:nvSpPr>
        <p:spPr/>
        <p:txBody>
          <a:bodyPr/>
          <a:lstStyle/>
          <a:p>
            <a:fld id="{C66E3945-4D11-476C-AF5D-B8438CAD82D0}" type="datetimeFigureOut">
              <a:rPr lang="zh-CN" altLang="en-US" smtClean="0"/>
              <a:t>2022/5/17</a:t>
            </a:fld>
            <a:endParaRPr lang="zh-CN" altLang="en-US"/>
          </a:p>
        </p:txBody>
      </p:sp>
      <p:sp>
        <p:nvSpPr>
          <p:cNvPr id="8" name="页脚占位符 7">
            <a:extLst>
              <a:ext uri="{FF2B5EF4-FFF2-40B4-BE49-F238E27FC236}">
                <a16:creationId xmlns:a16="http://schemas.microsoft.com/office/drawing/2014/main" id="{D8C2A044-3C4C-40C5-BD97-5312B4DEF6F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86173D7-5F16-4DB2-8B0B-131561B3E145}"/>
              </a:ext>
            </a:extLst>
          </p:cNvPr>
          <p:cNvSpPr>
            <a:spLocks noGrp="1"/>
          </p:cNvSpPr>
          <p:nvPr>
            <p:ph type="sldNum" sz="quarter" idx="12"/>
          </p:nvPr>
        </p:nvSpPr>
        <p:spPr/>
        <p:txBody>
          <a:bodyPr/>
          <a:lstStyle/>
          <a:p>
            <a:fld id="{96BB956B-3D7E-4487-B983-6C6C77D6B731}" type="slidenum">
              <a:rPr lang="zh-CN" altLang="en-US" smtClean="0"/>
              <a:t>‹#›</a:t>
            </a:fld>
            <a:endParaRPr lang="zh-CN" altLang="en-US"/>
          </a:p>
        </p:txBody>
      </p:sp>
    </p:spTree>
    <p:extLst>
      <p:ext uri="{BB962C8B-B14F-4D97-AF65-F5344CB8AC3E}">
        <p14:creationId xmlns:p14="http://schemas.microsoft.com/office/powerpoint/2010/main" val="1830554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C3C355-7CE0-42B0-B2B9-459E5471830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16DF043-E00F-47D3-86A1-46636B260B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CE9CB24-228F-417F-A031-43F975C9E9EA}"/>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DC6BA77-8E82-4A7F-9202-153D16886D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75930CA-2CEB-403E-8113-43A0D75EA69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44E4FDD-A24D-4B34-B773-1DCAEA841CFB}"/>
              </a:ext>
            </a:extLst>
          </p:cNvPr>
          <p:cNvSpPr>
            <a:spLocks noGrp="1"/>
          </p:cNvSpPr>
          <p:nvPr>
            <p:ph type="dt" sz="half" idx="10"/>
          </p:nvPr>
        </p:nvSpPr>
        <p:spPr/>
        <p:txBody>
          <a:bodyPr/>
          <a:lstStyle/>
          <a:p>
            <a:fld id="{C66E3945-4D11-476C-AF5D-B8438CAD82D0}" type="datetimeFigureOut">
              <a:rPr lang="zh-CN" altLang="en-US" smtClean="0"/>
              <a:t>2022/5/17</a:t>
            </a:fld>
            <a:endParaRPr lang="zh-CN" altLang="en-US"/>
          </a:p>
        </p:txBody>
      </p:sp>
      <p:sp>
        <p:nvSpPr>
          <p:cNvPr id="8" name="页脚占位符 7">
            <a:extLst>
              <a:ext uri="{FF2B5EF4-FFF2-40B4-BE49-F238E27FC236}">
                <a16:creationId xmlns:a16="http://schemas.microsoft.com/office/drawing/2014/main" id="{D8C2A044-3C4C-40C5-BD97-5312B4DEF6F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86173D7-5F16-4DB2-8B0B-131561B3E145}"/>
              </a:ext>
            </a:extLst>
          </p:cNvPr>
          <p:cNvSpPr>
            <a:spLocks noGrp="1"/>
          </p:cNvSpPr>
          <p:nvPr>
            <p:ph type="sldNum" sz="quarter" idx="12"/>
          </p:nvPr>
        </p:nvSpPr>
        <p:spPr/>
        <p:txBody>
          <a:bodyPr/>
          <a:lstStyle/>
          <a:p>
            <a:fld id="{96BB956B-3D7E-4487-B983-6C6C77D6B731}" type="slidenum">
              <a:rPr lang="zh-CN" altLang="en-US" smtClean="0"/>
              <a:t>‹#›</a:t>
            </a:fld>
            <a:endParaRPr lang="zh-CN" altLang="en-US"/>
          </a:p>
        </p:txBody>
      </p:sp>
      <p:sp>
        <p:nvSpPr>
          <p:cNvPr id="11" name="TextBox 10"/>
          <p:cNvSpPr txBox="1"/>
          <p:nvPr userDrawn="1"/>
        </p:nvSpPr>
        <p:spPr>
          <a:xfrm>
            <a:off x="920732" y="6741121"/>
            <a:ext cx="1440159"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black"/>
                </a:solidFill>
                <a:effectLst/>
                <a:uLnTx/>
                <a:uFillTx/>
                <a:hlinkClick r:id="rId2"/>
              </a:rPr>
              <a:t>行业</a:t>
            </a:r>
            <a:r>
              <a:rPr kumimoji="0" lang="en-US" altLang="zh-CN" sz="100" b="0" i="0" u="none" strike="noStrike" kern="0" cap="none" spc="0" normalizeH="0" baseline="0" noProof="0" dirty="0">
                <a:ln>
                  <a:noFill/>
                </a:ln>
                <a:solidFill>
                  <a:prstClr val="black"/>
                </a:solidFill>
                <a:effectLst/>
                <a:uLnTx/>
                <a:uFillTx/>
                <a:hlinkClick r:id="rId2"/>
              </a:rPr>
              <a:t>PPT</a:t>
            </a:r>
            <a:r>
              <a:rPr kumimoji="0" lang="zh-CN" altLang="en-US" sz="100" b="0" i="0" u="none" strike="noStrike" kern="0" cap="none" spc="0" normalizeH="0" baseline="0" noProof="0" dirty="0">
                <a:ln>
                  <a:noFill/>
                </a:ln>
                <a:solidFill>
                  <a:prstClr val="black"/>
                </a:solidFill>
                <a:effectLst/>
                <a:uLnTx/>
                <a:uFillTx/>
                <a:hlinkClick r:id="rId2"/>
              </a:rPr>
              <a:t>模板</a:t>
            </a:r>
            <a:r>
              <a:rPr kumimoji="0" lang="en-US" altLang="zh-CN" sz="100" b="0" i="0" u="none" strike="noStrike" kern="0" cap="none" spc="0" normalizeH="0" baseline="0" noProof="0" dirty="0">
                <a:ln>
                  <a:noFill/>
                </a:ln>
                <a:solidFill>
                  <a:prstClr val="black"/>
                </a:solidFill>
                <a:effectLst/>
                <a:uLnTx/>
                <a:uFillTx/>
              </a:rPr>
              <a:t>http://www.1ppt.com/hangye/</a:t>
            </a:r>
          </a:p>
        </p:txBody>
      </p:sp>
    </p:spTree>
    <p:extLst>
      <p:ext uri="{BB962C8B-B14F-4D97-AF65-F5344CB8AC3E}">
        <p14:creationId xmlns:p14="http://schemas.microsoft.com/office/powerpoint/2010/main" val="3704431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8A032F-D73B-4684-A56C-73A30EBFC9E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B1A96FC-84E6-41F7-B994-FACFEC96AFBD}"/>
              </a:ext>
            </a:extLst>
          </p:cNvPr>
          <p:cNvSpPr>
            <a:spLocks noGrp="1"/>
          </p:cNvSpPr>
          <p:nvPr>
            <p:ph type="dt" sz="half" idx="10"/>
          </p:nvPr>
        </p:nvSpPr>
        <p:spPr/>
        <p:txBody>
          <a:bodyPr/>
          <a:lstStyle/>
          <a:p>
            <a:fld id="{C66E3945-4D11-476C-AF5D-B8438CAD82D0}" type="datetimeFigureOut">
              <a:rPr lang="zh-CN" altLang="en-US" smtClean="0"/>
              <a:t>2022/5/17</a:t>
            </a:fld>
            <a:endParaRPr lang="zh-CN" altLang="en-US"/>
          </a:p>
        </p:txBody>
      </p:sp>
      <p:sp>
        <p:nvSpPr>
          <p:cNvPr id="4" name="页脚占位符 3">
            <a:extLst>
              <a:ext uri="{FF2B5EF4-FFF2-40B4-BE49-F238E27FC236}">
                <a16:creationId xmlns:a16="http://schemas.microsoft.com/office/drawing/2014/main" id="{460DAD60-5FBB-40F2-B32D-0792306E232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5E6832F-D744-47EC-B775-D79DB16B51DF}"/>
              </a:ext>
            </a:extLst>
          </p:cNvPr>
          <p:cNvSpPr>
            <a:spLocks noGrp="1"/>
          </p:cNvSpPr>
          <p:nvPr>
            <p:ph type="sldNum" sz="quarter" idx="12"/>
          </p:nvPr>
        </p:nvSpPr>
        <p:spPr/>
        <p:txBody>
          <a:bodyPr/>
          <a:lstStyle/>
          <a:p>
            <a:fld id="{96BB956B-3D7E-4487-B983-6C6C77D6B731}" type="slidenum">
              <a:rPr lang="zh-CN" altLang="en-US" smtClean="0"/>
              <a:t>‹#›</a:t>
            </a:fld>
            <a:endParaRPr lang="zh-CN" altLang="en-US"/>
          </a:p>
        </p:txBody>
      </p:sp>
    </p:spTree>
    <p:extLst>
      <p:ext uri="{BB962C8B-B14F-4D97-AF65-F5344CB8AC3E}">
        <p14:creationId xmlns:p14="http://schemas.microsoft.com/office/powerpoint/2010/main" val="1423819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63E8E39-D99D-49F1-9F22-1B94E5502133}"/>
              </a:ext>
            </a:extLst>
          </p:cNvPr>
          <p:cNvSpPr>
            <a:spLocks noGrp="1"/>
          </p:cNvSpPr>
          <p:nvPr>
            <p:ph type="dt" sz="half" idx="10"/>
          </p:nvPr>
        </p:nvSpPr>
        <p:spPr/>
        <p:txBody>
          <a:bodyPr/>
          <a:lstStyle/>
          <a:p>
            <a:fld id="{C66E3945-4D11-476C-AF5D-B8438CAD82D0}" type="datetimeFigureOut">
              <a:rPr lang="zh-CN" altLang="en-US" smtClean="0"/>
              <a:t>2022/5/17</a:t>
            </a:fld>
            <a:endParaRPr lang="zh-CN" altLang="en-US"/>
          </a:p>
        </p:txBody>
      </p:sp>
      <p:sp>
        <p:nvSpPr>
          <p:cNvPr id="3" name="页脚占位符 2">
            <a:extLst>
              <a:ext uri="{FF2B5EF4-FFF2-40B4-BE49-F238E27FC236}">
                <a16:creationId xmlns:a16="http://schemas.microsoft.com/office/drawing/2014/main" id="{77A84016-2C8A-404C-84D3-2357CD8DED1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A6849E8-7CB9-4164-9C3A-D28D577C69A2}"/>
              </a:ext>
            </a:extLst>
          </p:cNvPr>
          <p:cNvSpPr>
            <a:spLocks noGrp="1"/>
          </p:cNvSpPr>
          <p:nvPr>
            <p:ph type="sldNum" sz="quarter" idx="12"/>
          </p:nvPr>
        </p:nvSpPr>
        <p:spPr/>
        <p:txBody>
          <a:bodyPr/>
          <a:lstStyle/>
          <a:p>
            <a:fld id="{96BB956B-3D7E-4487-B983-6C6C77D6B731}" type="slidenum">
              <a:rPr lang="zh-CN" altLang="en-US" smtClean="0"/>
              <a:t>‹#›</a:t>
            </a:fld>
            <a:endParaRPr lang="zh-CN" altLang="en-US"/>
          </a:p>
        </p:txBody>
      </p:sp>
    </p:spTree>
    <p:extLst>
      <p:ext uri="{BB962C8B-B14F-4D97-AF65-F5344CB8AC3E}">
        <p14:creationId xmlns:p14="http://schemas.microsoft.com/office/powerpoint/2010/main" val="1831500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46C527-D08F-42A1-A7F3-589C7947EA6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59B29BB-2DB6-4EFB-AB15-11C80CC2D5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5014D14-C395-4A48-9F99-E3FD73FCDD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D62DDA5-089B-4F14-87D6-840E2E51E947}"/>
              </a:ext>
            </a:extLst>
          </p:cNvPr>
          <p:cNvSpPr>
            <a:spLocks noGrp="1"/>
          </p:cNvSpPr>
          <p:nvPr>
            <p:ph type="dt" sz="half" idx="10"/>
          </p:nvPr>
        </p:nvSpPr>
        <p:spPr/>
        <p:txBody>
          <a:bodyPr/>
          <a:lstStyle/>
          <a:p>
            <a:fld id="{C66E3945-4D11-476C-AF5D-B8438CAD82D0}" type="datetimeFigureOut">
              <a:rPr lang="zh-CN" altLang="en-US" smtClean="0"/>
              <a:t>2022/5/17</a:t>
            </a:fld>
            <a:endParaRPr lang="zh-CN" altLang="en-US"/>
          </a:p>
        </p:txBody>
      </p:sp>
      <p:sp>
        <p:nvSpPr>
          <p:cNvPr id="6" name="页脚占位符 5">
            <a:extLst>
              <a:ext uri="{FF2B5EF4-FFF2-40B4-BE49-F238E27FC236}">
                <a16:creationId xmlns:a16="http://schemas.microsoft.com/office/drawing/2014/main" id="{D511E515-CFC1-4A70-A5CE-43C3BCCE831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79515E2-D115-4291-B155-D193808EE808}"/>
              </a:ext>
            </a:extLst>
          </p:cNvPr>
          <p:cNvSpPr>
            <a:spLocks noGrp="1"/>
          </p:cNvSpPr>
          <p:nvPr>
            <p:ph type="sldNum" sz="quarter" idx="12"/>
          </p:nvPr>
        </p:nvSpPr>
        <p:spPr/>
        <p:txBody>
          <a:bodyPr/>
          <a:lstStyle/>
          <a:p>
            <a:fld id="{96BB956B-3D7E-4487-B983-6C6C77D6B731}" type="slidenum">
              <a:rPr lang="zh-CN" altLang="en-US" smtClean="0"/>
              <a:t>‹#›</a:t>
            </a:fld>
            <a:endParaRPr lang="zh-CN" altLang="en-US"/>
          </a:p>
        </p:txBody>
      </p:sp>
    </p:spTree>
    <p:extLst>
      <p:ext uri="{BB962C8B-B14F-4D97-AF65-F5344CB8AC3E}">
        <p14:creationId xmlns:p14="http://schemas.microsoft.com/office/powerpoint/2010/main" val="121098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BFB1C4-2024-4B59-B857-F77254A9C3E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76FC475-58B5-443A-96A7-B0F2123469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86B51D9-1619-41C4-9249-6541B2E97E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6D14E47-D37F-45B6-9A89-3464376DE0B1}"/>
              </a:ext>
            </a:extLst>
          </p:cNvPr>
          <p:cNvSpPr>
            <a:spLocks noGrp="1"/>
          </p:cNvSpPr>
          <p:nvPr>
            <p:ph type="dt" sz="half" idx="10"/>
          </p:nvPr>
        </p:nvSpPr>
        <p:spPr/>
        <p:txBody>
          <a:bodyPr/>
          <a:lstStyle/>
          <a:p>
            <a:fld id="{C66E3945-4D11-476C-AF5D-B8438CAD82D0}" type="datetimeFigureOut">
              <a:rPr lang="zh-CN" altLang="en-US" smtClean="0"/>
              <a:t>2022/5/17</a:t>
            </a:fld>
            <a:endParaRPr lang="zh-CN" altLang="en-US"/>
          </a:p>
        </p:txBody>
      </p:sp>
      <p:sp>
        <p:nvSpPr>
          <p:cNvPr id="6" name="页脚占位符 5">
            <a:extLst>
              <a:ext uri="{FF2B5EF4-FFF2-40B4-BE49-F238E27FC236}">
                <a16:creationId xmlns:a16="http://schemas.microsoft.com/office/drawing/2014/main" id="{EAF2E8D8-D66B-4DD9-B77C-3CB3E2F8761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4AA831C-B0F6-4ED5-AA23-5F0FDE840C18}"/>
              </a:ext>
            </a:extLst>
          </p:cNvPr>
          <p:cNvSpPr>
            <a:spLocks noGrp="1"/>
          </p:cNvSpPr>
          <p:nvPr>
            <p:ph type="sldNum" sz="quarter" idx="12"/>
          </p:nvPr>
        </p:nvSpPr>
        <p:spPr/>
        <p:txBody>
          <a:bodyPr/>
          <a:lstStyle/>
          <a:p>
            <a:fld id="{96BB956B-3D7E-4487-B983-6C6C77D6B731}" type="slidenum">
              <a:rPr lang="zh-CN" altLang="en-US" smtClean="0"/>
              <a:t>‹#›</a:t>
            </a:fld>
            <a:endParaRPr lang="zh-CN" altLang="en-US"/>
          </a:p>
        </p:txBody>
      </p:sp>
    </p:spTree>
    <p:extLst>
      <p:ext uri="{BB962C8B-B14F-4D97-AF65-F5344CB8AC3E}">
        <p14:creationId xmlns:p14="http://schemas.microsoft.com/office/powerpoint/2010/main" val="4008370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3A51A2-3D97-466A-A93C-D293B10E16B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15FF6E5-DFB3-4F4C-98D2-07188AD6294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9DF353B-7F76-4AB6-9942-BCEC5187E58C}"/>
              </a:ext>
            </a:extLst>
          </p:cNvPr>
          <p:cNvSpPr>
            <a:spLocks noGrp="1"/>
          </p:cNvSpPr>
          <p:nvPr>
            <p:ph type="dt" sz="half" idx="10"/>
          </p:nvPr>
        </p:nvSpPr>
        <p:spPr/>
        <p:txBody>
          <a:bodyPr/>
          <a:lstStyle/>
          <a:p>
            <a:fld id="{C66E3945-4D11-476C-AF5D-B8438CAD82D0}" type="datetimeFigureOut">
              <a:rPr lang="zh-CN" altLang="en-US" smtClean="0"/>
              <a:t>2022/5/17</a:t>
            </a:fld>
            <a:endParaRPr lang="zh-CN" altLang="en-US"/>
          </a:p>
        </p:txBody>
      </p:sp>
      <p:sp>
        <p:nvSpPr>
          <p:cNvPr id="5" name="页脚占位符 4">
            <a:extLst>
              <a:ext uri="{FF2B5EF4-FFF2-40B4-BE49-F238E27FC236}">
                <a16:creationId xmlns:a16="http://schemas.microsoft.com/office/drawing/2014/main" id="{A51C4169-3CC6-497D-A63A-44F518BA3C4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266494B-4506-41E8-8A40-16E65613EC14}"/>
              </a:ext>
            </a:extLst>
          </p:cNvPr>
          <p:cNvSpPr>
            <a:spLocks noGrp="1"/>
          </p:cNvSpPr>
          <p:nvPr>
            <p:ph type="sldNum" sz="quarter" idx="12"/>
          </p:nvPr>
        </p:nvSpPr>
        <p:spPr/>
        <p:txBody>
          <a:bodyPr/>
          <a:lstStyle/>
          <a:p>
            <a:fld id="{96BB956B-3D7E-4487-B983-6C6C77D6B731}" type="slidenum">
              <a:rPr lang="zh-CN" altLang="en-US" smtClean="0"/>
              <a:t>‹#›</a:t>
            </a:fld>
            <a:endParaRPr lang="zh-CN" altLang="en-US"/>
          </a:p>
        </p:txBody>
      </p:sp>
    </p:spTree>
    <p:extLst>
      <p:ext uri="{BB962C8B-B14F-4D97-AF65-F5344CB8AC3E}">
        <p14:creationId xmlns:p14="http://schemas.microsoft.com/office/powerpoint/2010/main" val="11081944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7BDAE8C-10B4-4760-86D0-91DDF24E6C3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0468423-2DF5-464F-A1F4-9E8DFCA91DE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ECC8819-0624-41EE-914E-897E68D4C5F0}"/>
              </a:ext>
            </a:extLst>
          </p:cNvPr>
          <p:cNvSpPr>
            <a:spLocks noGrp="1"/>
          </p:cNvSpPr>
          <p:nvPr>
            <p:ph type="dt" sz="half" idx="10"/>
          </p:nvPr>
        </p:nvSpPr>
        <p:spPr/>
        <p:txBody>
          <a:bodyPr/>
          <a:lstStyle/>
          <a:p>
            <a:fld id="{C66E3945-4D11-476C-AF5D-B8438CAD82D0}" type="datetimeFigureOut">
              <a:rPr lang="zh-CN" altLang="en-US" smtClean="0"/>
              <a:t>2022/5/17</a:t>
            </a:fld>
            <a:endParaRPr lang="zh-CN" altLang="en-US"/>
          </a:p>
        </p:txBody>
      </p:sp>
      <p:sp>
        <p:nvSpPr>
          <p:cNvPr id="5" name="页脚占位符 4">
            <a:extLst>
              <a:ext uri="{FF2B5EF4-FFF2-40B4-BE49-F238E27FC236}">
                <a16:creationId xmlns:a16="http://schemas.microsoft.com/office/drawing/2014/main" id="{1818FCA7-8BF7-44BE-9C28-CEE738D4516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D8A5E0C-0A00-40E6-98C9-F8F592E64AAB}"/>
              </a:ext>
            </a:extLst>
          </p:cNvPr>
          <p:cNvSpPr>
            <a:spLocks noGrp="1"/>
          </p:cNvSpPr>
          <p:nvPr>
            <p:ph type="sldNum" sz="quarter" idx="12"/>
          </p:nvPr>
        </p:nvSpPr>
        <p:spPr/>
        <p:txBody>
          <a:bodyPr/>
          <a:lstStyle/>
          <a:p>
            <a:fld id="{96BB956B-3D7E-4487-B983-6C6C77D6B731}" type="slidenum">
              <a:rPr lang="zh-CN" altLang="en-US" smtClean="0"/>
              <a:t>‹#›</a:t>
            </a:fld>
            <a:endParaRPr lang="zh-CN" altLang="en-US"/>
          </a:p>
        </p:txBody>
      </p:sp>
    </p:spTree>
    <p:extLst>
      <p:ext uri="{BB962C8B-B14F-4D97-AF65-F5344CB8AC3E}">
        <p14:creationId xmlns:p14="http://schemas.microsoft.com/office/powerpoint/2010/main" val="36491388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2022/5/17</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9928361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2022/5/17</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7031297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1355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D3C18F4-93AF-4113-B50F-655EC40EA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94C892E-C8FC-486C-B6E3-05884E84A4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78DF350-D0BE-44AB-949E-BC48E3F676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6E3945-4D11-476C-AF5D-B8438CAD82D0}" type="datetimeFigureOut">
              <a:rPr lang="zh-CN" altLang="en-US" smtClean="0"/>
              <a:t>2022/5/17</a:t>
            </a:fld>
            <a:endParaRPr lang="zh-CN" altLang="en-US"/>
          </a:p>
        </p:txBody>
      </p:sp>
      <p:sp>
        <p:nvSpPr>
          <p:cNvPr id="5" name="页脚占位符 4">
            <a:extLst>
              <a:ext uri="{FF2B5EF4-FFF2-40B4-BE49-F238E27FC236}">
                <a16:creationId xmlns:a16="http://schemas.microsoft.com/office/drawing/2014/main" id="{C2852AA8-D198-46D3-BA0B-398BB9BC82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34BA6B5-FB35-4377-9447-0869BF79CA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BB956B-3D7E-4487-B983-6C6C77D6B731}" type="slidenum">
              <a:rPr lang="zh-CN" altLang="en-US" smtClean="0"/>
              <a:t>‹#›</a:t>
            </a:fld>
            <a:endParaRPr lang="zh-CN" altLang="en-US"/>
          </a:p>
        </p:txBody>
      </p:sp>
    </p:spTree>
    <p:extLst>
      <p:ext uri="{BB962C8B-B14F-4D97-AF65-F5344CB8AC3E}">
        <p14:creationId xmlns:p14="http://schemas.microsoft.com/office/powerpoint/2010/main" val="28174462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0"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734521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tags" Target="../tags/tag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6.png"/><Relationship Id="rId2" Type="http://schemas.openxmlformats.org/officeDocument/2006/relationships/slideLayout" Target="../slideLayouts/slideLayout8.xml"/><Relationship Id="rId1" Type="http://schemas.openxmlformats.org/officeDocument/2006/relationships/tags" Target="../tags/tag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notesSlide" Target="../notesSlides/notesSlide4.xml"/><Relationship Id="rId7" Type="http://schemas.openxmlformats.org/officeDocument/2006/relationships/image" Target="../media/image10.emf"/><Relationship Id="rId2" Type="http://schemas.openxmlformats.org/officeDocument/2006/relationships/slideLayout" Target="../slideLayouts/slideLayout8.xml"/><Relationship Id="rId1" Type="http://schemas.openxmlformats.org/officeDocument/2006/relationships/tags" Target="../tags/tag5.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8.xml"/><Relationship Id="rId1" Type="http://schemas.openxmlformats.org/officeDocument/2006/relationships/tags" Target="../tags/tag6.xml"/><Relationship Id="rId6" Type="http://schemas.microsoft.com/office/2007/relationships/hdphoto" Target="../media/hdphoto1.wdp"/><Relationship Id="rId5" Type="http://schemas.openxmlformats.org/officeDocument/2006/relationships/image" Target="../media/image12.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notesSlide" Target="../notesSlides/notesSlide6.xml"/><Relationship Id="rId7" Type="http://schemas.openxmlformats.org/officeDocument/2006/relationships/image" Target="../media/image15.emf"/><Relationship Id="rId2" Type="http://schemas.openxmlformats.org/officeDocument/2006/relationships/slideLayout" Target="../slideLayouts/slideLayout8.xml"/><Relationship Id="rId1" Type="http://schemas.openxmlformats.org/officeDocument/2006/relationships/tags" Target="../tags/tag7.xml"/><Relationship Id="rId6" Type="http://schemas.microsoft.com/office/2007/relationships/hdphoto" Target="../media/hdphoto2.wdp"/><Relationship Id="rId5" Type="http://schemas.openxmlformats.org/officeDocument/2006/relationships/image" Target="../media/image14.png"/><Relationship Id="rId10" Type="http://schemas.openxmlformats.org/officeDocument/2006/relationships/image" Target="../media/image18.emf"/><Relationship Id="rId4" Type="http://schemas.openxmlformats.org/officeDocument/2006/relationships/image" Target="../media/image13.png"/><Relationship Id="rId9" Type="http://schemas.openxmlformats.org/officeDocument/2006/relationships/image" Target="../media/image17.e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7" Type="http://schemas.microsoft.com/office/2007/relationships/hdphoto" Target="../media/hdphoto1.wdp"/><Relationship Id="rId2" Type="http://schemas.openxmlformats.org/officeDocument/2006/relationships/slideLayout" Target="../slideLayouts/slideLayout8.xml"/><Relationship Id="rId1" Type="http://schemas.openxmlformats.org/officeDocument/2006/relationships/tags" Target="../tags/tag8.xml"/><Relationship Id="rId6" Type="http://schemas.openxmlformats.org/officeDocument/2006/relationships/image" Target="../media/image12.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tags" Target="../tags/tag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7" Type="http://schemas.microsoft.com/office/2007/relationships/hdphoto" Target="../media/hdphoto1.wdp"/><Relationship Id="rId2" Type="http://schemas.openxmlformats.org/officeDocument/2006/relationships/slideLayout" Target="../slideLayouts/slideLayout8.xml"/><Relationship Id="rId1" Type="http://schemas.openxmlformats.org/officeDocument/2006/relationships/tags" Target="../tags/tag10.xml"/><Relationship Id="rId6" Type="http://schemas.openxmlformats.org/officeDocument/2006/relationships/image" Target="../media/image12.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tags" Target="../tags/tag11.xml"/><Relationship Id="rId5" Type="http://schemas.openxmlformats.org/officeDocument/2006/relationships/image" Target="../media/image21.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microsoft.com/office/2007/relationships/hdphoto" Target="../media/hdphoto1.wdp"/><Relationship Id="rId2" Type="http://schemas.openxmlformats.org/officeDocument/2006/relationships/slideLayout" Target="../slideLayouts/slideLayout8.xml"/><Relationship Id="rId1" Type="http://schemas.openxmlformats.org/officeDocument/2006/relationships/tags" Target="../tags/tag12.xml"/><Relationship Id="rId6" Type="http://schemas.openxmlformats.org/officeDocument/2006/relationships/image" Target="../media/image12.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8.xml"/><Relationship Id="rId1" Type="http://schemas.openxmlformats.org/officeDocument/2006/relationships/tags" Target="../tags/tag13.xml"/><Relationship Id="rId5" Type="http://schemas.openxmlformats.org/officeDocument/2006/relationships/image" Target="../media/image22.emf"/><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hyperlink" Target="https://group-3dbuilding.classroom-eu-gb-1-bx2-4x1-d4ceb080620f0ec34cd169ad110144ef-0000.eu-gb.containers.appdomain.cloud/" TargetMode="External"/><Relationship Id="rId2" Type="http://schemas.openxmlformats.org/officeDocument/2006/relationships/slideLayout" Target="../slideLayouts/slideLayout8.xml"/><Relationship Id="rId1" Type="http://schemas.openxmlformats.org/officeDocument/2006/relationships/tags" Target="../tags/tag14.xml"/><Relationship Id="rId6" Type="http://schemas.openxmlformats.org/officeDocument/2006/relationships/image" Target="../media/image17.emf"/><Relationship Id="rId5" Type="http://schemas.openxmlformats.org/officeDocument/2006/relationships/image" Target="../media/image23.emf"/><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8.xml"/><Relationship Id="rId1" Type="http://schemas.openxmlformats.org/officeDocument/2006/relationships/tags" Target="../tags/tag15.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8.xml"/><Relationship Id="rId1" Type="http://schemas.openxmlformats.org/officeDocument/2006/relationships/tags" Target="../tags/tag16.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8.xml"/><Relationship Id="rId1" Type="http://schemas.openxmlformats.org/officeDocument/2006/relationships/tags" Target="../tags/tag17.xml"/><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4"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164ACBE-6032-4BEB-B3AC-227B08B92828}"/>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93793" y="82190"/>
            <a:ext cx="6879771" cy="6858000"/>
          </a:xfrm>
          <a:prstGeom prst="rect">
            <a:avLst/>
          </a:prstGeom>
        </p:spPr>
      </p:pic>
      <p:sp>
        <p:nvSpPr>
          <p:cNvPr id="6" name="矩形 5">
            <a:extLst>
              <a:ext uri="{FF2B5EF4-FFF2-40B4-BE49-F238E27FC236}">
                <a16:creationId xmlns:a16="http://schemas.microsoft.com/office/drawing/2014/main" id="{AF4F6120-C84D-435A-AE41-FD9AB3335A16}"/>
              </a:ext>
            </a:extLst>
          </p:cNvPr>
          <p:cNvSpPr/>
          <p:nvPr/>
        </p:nvSpPr>
        <p:spPr>
          <a:xfrm>
            <a:off x="8387066" y="978359"/>
            <a:ext cx="1607541" cy="1277464"/>
          </a:xfrm>
          <a:prstGeom prst="rect">
            <a:avLst/>
          </a:prstGeom>
          <a:noFill/>
          <a:ln w="47625">
            <a:solidFill>
              <a:schemeClr val="bg1"/>
            </a:solidFill>
          </a:ln>
          <a:effectLst>
            <a:outerShdw blurRad="88900" sx="104000" sy="104000" algn="ctr" rotWithShape="0">
              <a:schemeClr val="bg1">
                <a:alpha val="3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useBgFill="1">
        <p:nvSpPr>
          <p:cNvPr id="2" name="文本框 1">
            <a:extLst>
              <a:ext uri="{FF2B5EF4-FFF2-40B4-BE49-F238E27FC236}">
                <a16:creationId xmlns:a16="http://schemas.microsoft.com/office/drawing/2014/main" id="{852BBCC3-E40A-4865-AE51-0DBC11A22406}"/>
              </a:ext>
            </a:extLst>
          </p:cNvPr>
          <p:cNvSpPr txBox="1"/>
          <p:nvPr/>
        </p:nvSpPr>
        <p:spPr>
          <a:xfrm>
            <a:off x="10182670" y="2257082"/>
            <a:ext cx="1314403" cy="307777"/>
          </a:xfrm>
          <a:prstGeom prst="rect">
            <a:avLst/>
          </a:prstGeom>
          <a:ln>
            <a:noFill/>
          </a:ln>
        </p:spPr>
        <p:txBody>
          <a:bodyPr wrap="square" rtlCol="0">
            <a:spAutoFit/>
          </a:bodyPr>
          <a:lstStyle/>
          <a:p>
            <a:pPr algn="ctr"/>
            <a:r>
              <a:rPr lang="en-US" altLang="zh-CN" sz="1400" dirty="0">
                <a:ln>
                  <a:solidFill>
                    <a:schemeClr val="bg1"/>
                  </a:solidFill>
                </a:ln>
                <a:solidFill>
                  <a:schemeClr val="bg1"/>
                </a:solidFill>
                <a:cs typeface="+mn-ea"/>
                <a:sym typeface="+mn-lt"/>
              </a:rPr>
              <a:t>2021-2022</a:t>
            </a:r>
            <a:endParaRPr lang="zh-CN" altLang="en-US" sz="1400" dirty="0">
              <a:ln>
                <a:solidFill>
                  <a:schemeClr val="bg1"/>
                </a:solidFill>
              </a:ln>
              <a:solidFill>
                <a:schemeClr val="bg1"/>
              </a:solidFill>
              <a:cs typeface="+mn-ea"/>
              <a:sym typeface="+mn-lt"/>
            </a:endParaRPr>
          </a:p>
        </p:txBody>
      </p:sp>
      <p:sp useBgFill="1">
        <p:nvSpPr>
          <p:cNvPr id="7" name="文本框 6">
            <a:extLst>
              <a:ext uri="{FF2B5EF4-FFF2-40B4-BE49-F238E27FC236}">
                <a16:creationId xmlns:a16="http://schemas.microsoft.com/office/drawing/2014/main" id="{45ABA7FB-A5FE-4973-B32A-82585CA3F2BD}"/>
              </a:ext>
            </a:extLst>
          </p:cNvPr>
          <p:cNvSpPr txBox="1"/>
          <p:nvPr/>
        </p:nvSpPr>
        <p:spPr>
          <a:xfrm>
            <a:off x="8450741" y="1167124"/>
            <a:ext cx="1459070" cy="892552"/>
          </a:xfrm>
          <a:prstGeom prst="rect">
            <a:avLst/>
          </a:prstGeom>
        </p:spPr>
        <p:txBody>
          <a:bodyPr wrap="square" rtlCol="0">
            <a:spAutoFit/>
          </a:bodyPr>
          <a:lstStyle/>
          <a:p>
            <a:r>
              <a:rPr lang="en-US" altLang="zh-CN" sz="2800" dirty="0">
                <a:solidFill>
                  <a:srgbClr val="00C2B9"/>
                </a:solidFill>
                <a:cs typeface="+mn-ea"/>
                <a:sym typeface="+mn-lt"/>
              </a:rPr>
              <a:t>3D</a:t>
            </a:r>
          </a:p>
          <a:p>
            <a:r>
              <a:rPr lang="en-US" altLang="zh-CN" sz="2400" dirty="0">
                <a:solidFill>
                  <a:srgbClr val="00C2B9"/>
                </a:solidFill>
                <a:cs typeface="+mn-ea"/>
                <a:sym typeface="+mn-lt"/>
              </a:rPr>
              <a:t>Building</a:t>
            </a:r>
            <a:endParaRPr lang="zh-CN" altLang="en-US" sz="2400" dirty="0">
              <a:solidFill>
                <a:srgbClr val="00C2B9"/>
              </a:solidFill>
              <a:cs typeface="+mn-ea"/>
              <a:sym typeface="+mn-lt"/>
            </a:endParaRPr>
          </a:p>
        </p:txBody>
      </p:sp>
      <p:grpSp>
        <p:nvGrpSpPr>
          <p:cNvPr id="12" name="组合 11">
            <a:extLst>
              <a:ext uri="{FF2B5EF4-FFF2-40B4-BE49-F238E27FC236}">
                <a16:creationId xmlns:a16="http://schemas.microsoft.com/office/drawing/2014/main" id="{7EC9378D-999D-4B8E-9920-E65BEF57C001}"/>
              </a:ext>
            </a:extLst>
          </p:cNvPr>
          <p:cNvGrpSpPr/>
          <p:nvPr/>
        </p:nvGrpSpPr>
        <p:grpSpPr>
          <a:xfrm>
            <a:off x="9454461" y="4602177"/>
            <a:ext cx="1962211" cy="391566"/>
            <a:chOff x="7139419" y="4193966"/>
            <a:chExt cx="1962211" cy="391566"/>
          </a:xfrm>
        </p:grpSpPr>
        <p:sp>
          <p:nvSpPr>
            <p:cNvPr id="10" name="矩形: 圆角 9">
              <a:extLst>
                <a:ext uri="{FF2B5EF4-FFF2-40B4-BE49-F238E27FC236}">
                  <a16:creationId xmlns:a16="http://schemas.microsoft.com/office/drawing/2014/main" id="{167700FD-FE82-4736-A94F-B9BC39A9BC26}"/>
                </a:ext>
              </a:extLst>
            </p:cNvPr>
            <p:cNvSpPr/>
            <p:nvPr/>
          </p:nvSpPr>
          <p:spPr>
            <a:xfrm>
              <a:off x="7248003" y="4209021"/>
              <a:ext cx="1745041" cy="376511"/>
            </a:xfrm>
            <a:prstGeom prst="round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a:extLst>
                <a:ext uri="{FF2B5EF4-FFF2-40B4-BE49-F238E27FC236}">
                  <a16:creationId xmlns:a16="http://schemas.microsoft.com/office/drawing/2014/main" id="{F23FE8A2-397E-44D2-AD29-8E8724F70762}"/>
                </a:ext>
              </a:extLst>
            </p:cNvPr>
            <p:cNvSpPr txBox="1"/>
            <p:nvPr/>
          </p:nvSpPr>
          <p:spPr>
            <a:xfrm>
              <a:off x="7139419" y="4193966"/>
              <a:ext cx="1962211" cy="369332"/>
            </a:xfrm>
            <a:prstGeom prst="rect">
              <a:avLst/>
            </a:prstGeom>
            <a:noFill/>
          </p:spPr>
          <p:txBody>
            <a:bodyPr wrap="square" rtlCol="0">
              <a:spAutoFit/>
            </a:bodyPr>
            <a:lstStyle/>
            <a:p>
              <a:pPr algn="ctr"/>
              <a:r>
                <a:rPr lang="en-US" altLang="zh-CN" dirty="0">
                  <a:solidFill>
                    <a:schemeClr val="bg1"/>
                  </a:solidFill>
                  <a:cs typeface="+mn-ea"/>
                  <a:sym typeface="+mn-lt"/>
                </a:rPr>
                <a:t>Team members</a:t>
              </a:r>
              <a:endParaRPr lang="zh-CN" altLang="en-US" dirty="0">
                <a:solidFill>
                  <a:schemeClr val="bg1"/>
                </a:solidFill>
                <a:cs typeface="+mn-ea"/>
                <a:sym typeface="+mn-lt"/>
              </a:endParaRPr>
            </a:p>
          </p:txBody>
        </p:sp>
      </p:grpSp>
      <p:grpSp>
        <p:nvGrpSpPr>
          <p:cNvPr id="13" name="组合 12">
            <a:extLst>
              <a:ext uri="{FF2B5EF4-FFF2-40B4-BE49-F238E27FC236}">
                <a16:creationId xmlns:a16="http://schemas.microsoft.com/office/drawing/2014/main" id="{FF9EC5D1-A4F6-4A80-B9C3-BBE534B7989B}"/>
              </a:ext>
            </a:extLst>
          </p:cNvPr>
          <p:cNvGrpSpPr/>
          <p:nvPr/>
        </p:nvGrpSpPr>
        <p:grpSpPr>
          <a:xfrm>
            <a:off x="9269730" y="5224245"/>
            <a:ext cx="2422044" cy="1483416"/>
            <a:chOff x="7171408" y="6004147"/>
            <a:chExt cx="1962211" cy="376511"/>
          </a:xfrm>
        </p:grpSpPr>
        <p:sp>
          <p:nvSpPr>
            <p:cNvPr id="14" name="矩形: 圆角 13">
              <a:extLst>
                <a:ext uri="{FF2B5EF4-FFF2-40B4-BE49-F238E27FC236}">
                  <a16:creationId xmlns:a16="http://schemas.microsoft.com/office/drawing/2014/main" id="{CB5467EF-A7AE-4E92-8E10-9DF8DA622120}"/>
                </a:ext>
              </a:extLst>
            </p:cNvPr>
            <p:cNvSpPr/>
            <p:nvPr/>
          </p:nvSpPr>
          <p:spPr>
            <a:xfrm>
              <a:off x="7246237" y="6004147"/>
              <a:ext cx="1745041" cy="376511"/>
            </a:xfrm>
            <a:prstGeom prst="round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a:extLst>
                <a:ext uri="{FF2B5EF4-FFF2-40B4-BE49-F238E27FC236}">
                  <a16:creationId xmlns:a16="http://schemas.microsoft.com/office/drawing/2014/main" id="{B1410E12-EEBE-4969-8CEF-A6075F7977E7}"/>
                </a:ext>
              </a:extLst>
            </p:cNvPr>
            <p:cNvSpPr txBox="1"/>
            <p:nvPr/>
          </p:nvSpPr>
          <p:spPr>
            <a:xfrm>
              <a:off x="7171408" y="6042002"/>
              <a:ext cx="1962211" cy="265116"/>
            </a:xfrm>
            <a:prstGeom prst="rect">
              <a:avLst/>
            </a:prstGeom>
            <a:noFill/>
          </p:spPr>
          <p:txBody>
            <a:bodyPr wrap="square" rtlCol="0">
              <a:spAutoFit/>
            </a:bodyPr>
            <a:lstStyle/>
            <a:p>
              <a:pPr algn="ctr"/>
              <a:r>
                <a:rPr lang="en-US" altLang="zh-CN" dirty="0">
                  <a:solidFill>
                    <a:schemeClr val="bg1"/>
                  </a:solidFill>
                  <a:cs typeface="+mn-ea"/>
                  <a:sym typeface="+mn-lt"/>
                </a:rPr>
                <a:t>David Zhan</a:t>
              </a:r>
            </a:p>
            <a:p>
              <a:pPr algn="ctr"/>
              <a:r>
                <a:rPr lang="en-US" altLang="zh-CN" dirty="0">
                  <a:solidFill>
                    <a:schemeClr val="bg1"/>
                  </a:solidFill>
                  <a:cs typeface="+mn-ea"/>
                  <a:sym typeface="+mn-lt"/>
                </a:rPr>
                <a:t>Stephen Brock</a:t>
              </a:r>
            </a:p>
            <a:p>
              <a:pPr algn="ctr"/>
              <a:r>
                <a:rPr lang="en-US" altLang="zh-CN" dirty="0">
                  <a:solidFill>
                    <a:schemeClr val="bg1"/>
                  </a:solidFill>
                  <a:cs typeface="+mn-ea"/>
                  <a:sym typeface="+mn-lt"/>
                </a:rPr>
                <a:t>Ziqing Zhang</a:t>
              </a:r>
            </a:p>
            <a:p>
              <a:pPr algn="ctr"/>
              <a:r>
                <a:rPr lang="en-US" altLang="zh-CN" dirty="0">
                  <a:solidFill>
                    <a:schemeClr val="bg1"/>
                  </a:solidFill>
                  <a:cs typeface="+mn-ea"/>
                  <a:sym typeface="+mn-lt"/>
                </a:rPr>
                <a:t>Ruiyong Zhang</a:t>
              </a:r>
              <a:endParaRPr lang="zh-CN" altLang="en-US" dirty="0">
                <a:solidFill>
                  <a:schemeClr val="bg1"/>
                </a:solidFill>
                <a:cs typeface="+mn-ea"/>
                <a:sym typeface="+mn-lt"/>
              </a:endParaRPr>
            </a:p>
          </p:txBody>
        </p:sp>
      </p:grpSp>
      <p:sp useBgFill="1">
        <p:nvSpPr>
          <p:cNvPr id="16" name="椭圆 15">
            <a:extLst>
              <a:ext uri="{FF2B5EF4-FFF2-40B4-BE49-F238E27FC236}">
                <a16:creationId xmlns:a16="http://schemas.microsoft.com/office/drawing/2014/main" id="{59DC1F1E-69EB-4DAC-8293-2D43EE0E9A3F}"/>
              </a:ext>
            </a:extLst>
          </p:cNvPr>
          <p:cNvSpPr/>
          <p:nvPr/>
        </p:nvSpPr>
        <p:spPr>
          <a:xfrm>
            <a:off x="9680678" y="797085"/>
            <a:ext cx="501992" cy="501992"/>
          </a:xfrm>
          <a:prstGeom prst="ellipse">
            <a:avLst/>
          </a:prstGeom>
          <a:ln w="28575">
            <a:solidFill>
              <a:schemeClr val="bg1"/>
            </a:solidFill>
          </a:ln>
          <a:effectLst>
            <a:outerShdw blurRad="101600" sx="104000" sy="104000" algn="ctr" rotWithShape="0">
              <a:schemeClr val="bg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useBgFill="1">
        <p:nvSpPr>
          <p:cNvPr id="17" name="椭圆 16">
            <a:extLst>
              <a:ext uri="{FF2B5EF4-FFF2-40B4-BE49-F238E27FC236}">
                <a16:creationId xmlns:a16="http://schemas.microsoft.com/office/drawing/2014/main" id="{4F1DB2E2-16F3-40F0-867C-1A4B23EE5630}"/>
              </a:ext>
            </a:extLst>
          </p:cNvPr>
          <p:cNvSpPr/>
          <p:nvPr/>
        </p:nvSpPr>
        <p:spPr>
          <a:xfrm>
            <a:off x="8173964" y="2108767"/>
            <a:ext cx="310360" cy="310360"/>
          </a:xfrm>
          <a:prstGeom prst="ellipse">
            <a:avLst/>
          </a:prstGeom>
          <a:ln w="28575">
            <a:solidFill>
              <a:schemeClr val="bg1"/>
            </a:solidFill>
          </a:ln>
          <a:effectLst>
            <a:outerShdw blurRad="101600" sx="104000" sy="104000" algn="ctr" rotWithShape="0">
              <a:schemeClr val="bg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TextBox 18">
            <a:extLst>
              <a:ext uri="{FF2B5EF4-FFF2-40B4-BE49-F238E27FC236}">
                <a16:creationId xmlns:a16="http://schemas.microsoft.com/office/drawing/2014/main" id="{11B58812-A1AA-14F7-7CC6-E5DF3E237E57}"/>
              </a:ext>
            </a:extLst>
          </p:cNvPr>
          <p:cNvSpPr txBox="1"/>
          <p:nvPr/>
        </p:nvSpPr>
        <p:spPr>
          <a:xfrm>
            <a:off x="9269730" y="1497330"/>
            <a:ext cx="184731" cy="369332"/>
          </a:xfrm>
          <a:prstGeom prst="rect">
            <a:avLst/>
          </a:prstGeom>
          <a:noFill/>
        </p:spPr>
        <p:txBody>
          <a:bodyPr wrap="none" rtlCol="0">
            <a:spAutoFit/>
          </a:bodyPr>
          <a:lstStyle/>
          <a:p>
            <a:endParaRPr lang="en-US" dirty="0"/>
          </a:p>
        </p:txBody>
      </p:sp>
      <p:sp>
        <p:nvSpPr>
          <p:cNvPr id="25" name="TextBox 24">
            <a:extLst>
              <a:ext uri="{FF2B5EF4-FFF2-40B4-BE49-F238E27FC236}">
                <a16:creationId xmlns:a16="http://schemas.microsoft.com/office/drawing/2014/main" id="{63120420-A4F0-5547-3573-333A94FA78D4}"/>
              </a:ext>
            </a:extLst>
          </p:cNvPr>
          <p:cNvSpPr txBox="1"/>
          <p:nvPr/>
        </p:nvSpPr>
        <p:spPr>
          <a:xfrm>
            <a:off x="251460" y="232980"/>
            <a:ext cx="4995789" cy="1015663"/>
          </a:xfrm>
          <a:prstGeom prst="rect">
            <a:avLst/>
          </a:prstGeom>
          <a:noFill/>
        </p:spPr>
        <p:txBody>
          <a:bodyPr wrap="square" rtlCol="0">
            <a:spAutoFit/>
          </a:bodyPr>
          <a:lstStyle/>
          <a:p>
            <a:r>
              <a:rPr lang="en-US" sz="6000" dirty="0">
                <a:solidFill>
                  <a:schemeClr val="bg1"/>
                </a:solidFill>
              </a:rPr>
              <a:t>SPE-UOB</a:t>
            </a:r>
          </a:p>
        </p:txBody>
      </p:sp>
    </p:spTree>
    <p:custDataLst>
      <p:tags r:id="rId1"/>
    </p:custDataLst>
    <p:extLst>
      <p:ext uri="{BB962C8B-B14F-4D97-AF65-F5344CB8AC3E}">
        <p14:creationId xmlns:p14="http://schemas.microsoft.com/office/powerpoint/2010/main" val="37497396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9953">
        <p15:prstTrans prst="drape"/>
      </p:transition>
    </mc:Choice>
    <mc:Fallback xmlns="">
      <p:transition spd="slow" advTm="9953">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out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animEffect transition="in" filter="fade">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p:cTn id="31" dur="500" fill="hold"/>
                                        <p:tgtEl>
                                          <p:spTgt spid="16"/>
                                        </p:tgtEl>
                                        <p:attrNameLst>
                                          <p:attrName>ppt_w</p:attrName>
                                        </p:attrNameLst>
                                      </p:cBhvr>
                                      <p:tavLst>
                                        <p:tav tm="0">
                                          <p:val>
                                            <p:fltVal val="0"/>
                                          </p:val>
                                        </p:tav>
                                        <p:tav tm="100000">
                                          <p:val>
                                            <p:strVal val="#ppt_w"/>
                                          </p:val>
                                        </p:tav>
                                      </p:tavLst>
                                    </p:anim>
                                    <p:anim calcmode="lin" valueType="num">
                                      <p:cBhvr>
                                        <p:cTn id="32" dur="500" fill="hold"/>
                                        <p:tgtEl>
                                          <p:spTgt spid="16"/>
                                        </p:tgtEl>
                                        <p:attrNameLst>
                                          <p:attrName>ppt_h</p:attrName>
                                        </p:attrNameLst>
                                      </p:cBhvr>
                                      <p:tavLst>
                                        <p:tav tm="0">
                                          <p:val>
                                            <p:fltVal val="0"/>
                                          </p:val>
                                        </p:tav>
                                        <p:tav tm="100000">
                                          <p:val>
                                            <p:strVal val="#ppt_h"/>
                                          </p:val>
                                        </p:tav>
                                      </p:tavLst>
                                    </p:anim>
                                    <p:animEffect transition="in" filter="fade">
                                      <p:cBhvr>
                                        <p:cTn id="33" dur="500"/>
                                        <p:tgtEl>
                                          <p:spTgt spid="16"/>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p:cTn id="36" dur="500" fill="hold"/>
                                        <p:tgtEl>
                                          <p:spTgt spid="17"/>
                                        </p:tgtEl>
                                        <p:attrNameLst>
                                          <p:attrName>ppt_w</p:attrName>
                                        </p:attrNameLst>
                                      </p:cBhvr>
                                      <p:tavLst>
                                        <p:tav tm="0">
                                          <p:val>
                                            <p:fltVal val="0"/>
                                          </p:val>
                                        </p:tav>
                                        <p:tav tm="100000">
                                          <p:val>
                                            <p:strVal val="#ppt_w"/>
                                          </p:val>
                                        </p:tav>
                                      </p:tavLst>
                                    </p:anim>
                                    <p:anim calcmode="lin" valueType="num">
                                      <p:cBhvr>
                                        <p:cTn id="37" dur="500" fill="hold"/>
                                        <p:tgtEl>
                                          <p:spTgt spid="17"/>
                                        </p:tgtEl>
                                        <p:attrNameLst>
                                          <p:attrName>ppt_h</p:attrName>
                                        </p:attrNameLst>
                                      </p:cBhvr>
                                      <p:tavLst>
                                        <p:tav tm="0">
                                          <p:val>
                                            <p:fltVal val="0"/>
                                          </p:val>
                                        </p:tav>
                                        <p:tav tm="100000">
                                          <p:val>
                                            <p:strVal val="#ppt_h"/>
                                          </p:val>
                                        </p:tav>
                                      </p:tavLst>
                                    </p:anim>
                                    <p:animEffect transition="in" filter="fade">
                                      <p:cBhvr>
                                        <p:cTn id="38" dur="500"/>
                                        <p:tgtEl>
                                          <p:spTgt spid="17"/>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1000"/>
                                        <p:tgtEl>
                                          <p:spTgt spid="12"/>
                                        </p:tgtEl>
                                      </p:cBhvr>
                                    </p:animEffect>
                                    <p:anim calcmode="lin" valueType="num">
                                      <p:cBhvr>
                                        <p:cTn id="44" dur="1000" fill="hold"/>
                                        <p:tgtEl>
                                          <p:spTgt spid="12"/>
                                        </p:tgtEl>
                                        <p:attrNameLst>
                                          <p:attrName>ppt_x</p:attrName>
                                        </p:attrNameLst>
                                      </p:cBhvr>
                                      <p:tavLst>
                                        <p:tav tm="0">
                                          <p:val>
                                            <p:strVal val="#ppt_x"/>
                                          </p:val>
                                        </p:tav>
                                        <p:tav tm="100000">
                                          <p:val>
                                            <p:strVal val="#ppt_x"/>
                                          </p:val>
                                        </p:tav>
                                      </p:tavLst>
                                    </p:anim>
                                    <p:anim calcmode="lin" valueType="num">
                                      <p:cBhvr>
                                        <p:cTn id="45" dur="1000" fill="hold"/>
                                        <p:tgtEl>
                                          <p:spTgt spid="12"/>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1000"/>
                                        <p:tgtEl>
                                          <p:spTgt spid="13"/>
                                        </p:tgtEl>
                                      </p:cBhvr>
                                    </p:animEffect>
                                    <p:anim calcmode="lin" valueType="num">
                                      <p:cBhvr>
                                        <p:cTn id="49" dur="1000" fill="hold"/>
                                        <p:tgtEl>
                                          <p:spTgt spid="13"/>
                                        </p:tgtEl>
                                        <p:attrNameLst>
                                          <p:attrName>ppt_x</p:attrName>
                                        </p:attrNameLst>
                                      </p:cBhvr>
                                      <p:tavLst>
                                        <p:tav tm="0">
                                          <p:val>
                                            <p:strVal val="#ppt_x"/>
                                          </p:val>
                                        </p:tav>
                                        <p:tav tm="100000">
                                          <p:val>
                                            <p:strVal val="#ppt_x"/>
                                          </p:val>
                                        </p:tav>
                                      </p:tavLst>
                                    </p:anim>
                                    <p:anim calcmode="lin" valueType="num">
                                      <p:cBhvr>
                                        <p:cTn id="5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P spid="7" grpId="0" animBg="1"/>
      <p:bldP spid="16" grpId="0" animBg="1"/>
      <p:bldP spid="17" grpId="0" animBg="1"/>
    </p:bldLst>
  </p:timing>
  <p:extLst>
    <p:ext uri="{E180D4A7-C9FB-4DFB-919C-405C955672EB}">
      <p14:showEvtLst xmlns:p14="http://schemas.microsoft.com/office/powerpoint/2010/main">
        <p14:playEvt time="1047" objId="19"/>
      </p14:showEvtLst>
    </p:ext>
  </p:extLs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128E784A-3FB2-428D-9930-2AEB57283DF4}"/>
              </a:ext>
            </a:extLst>
          </p:cNvPr>
          <p:cNvSpPr/>
          <p:nvPr/>
        </p:nvSpPr>
        <p:spPr>
          <a:xfrm>
            <a:off x="1312562" y="1570744"/>
            <a:ext cx="9350749" cy="4659484"/>
          </a:xfrm>
          <a:prstGeom prst="rect">
            <a:avLst/>
          </a:prstGeom>
          <a:noFill/>
          <a:ln w="19050">
            <a:solidFill>
              <a:schemeClr val="bg1"/>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矩形 11">
            <a:extLst>
              <a:ext uri="{FF2B5EF4-FFF2-40B4-BE49-F238E27FC236}">
                <a16:creationId xmlns:a16="http://schemas.microsoft.com/office/drawing/2014/main" id="{EE86BD89-78E2-4414-B6BD-BDC4BDD4B219}"/>
              </a:ext>
            </a:extLst>
          </p:cNvPr>
          <p:cNvSpPr/>
          <p:nvPr/>
        </p:nvSpPr>
        <p:spPr>
          <a:xfrm>
            <a:off x="3435126" y="945188"/>
            <a:ext cx="3007877" cy="461665"/>
          </a:xfrm>
          <a:prstGeom prst="rect">
            <a:avLst/>
          </a:prstGeom>
        </p:spPr>
        <p:txBody>
          <a:bodyPr wrap="square">
            <a:spAutoFit/>
          </a:bodyPr>
          <a:lstStyle/>
          <a:p>
            <a:r>
              <a:rPr lang="en-US" altLang="zh-CN" sz="2400" dirty="0">
                <a:solidFill>
                  <a:schemeClr val="bg1"/>
                </a:solidFill>
                <a:cs typeface="+mn-ea"/>
                <a:sym typeface="+mn-lt"/>
              </a:rPr>
              <a:t>Client : rich walker</a:t>
            </a:r>
            <a:endParaRPr lang="zh-CN" altLang="en-US" sz="2400" dirty="0">
              <a:solidFill>
                <a:schemeClr val="bg1"/>
              </a:solidFill>
              <a:cs typeface="+mn-ea"/>
              <a:sym typeface="+mn-lt"/>
            </a:endParaRPr>
          </a:p>
        </p:txBody>
      </p:sp>
      <p:sp>
        <p:nvSpPr>
          <p:cNvPr id="14" name="TextBox 13"/>
          <p:cNvSpPr txBox="1"/>
          <p:nvPr/>
        </p:nvSpPr>
        <p:spPr>
          <a:xfrm>
            <a:off x="118267" y="144378"/>
            <a:ext cx="1440159" cy="123111"/>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srgbClr val="01091E"/>
                </a:solidFill>
                <a:effectLst/>
                <a:uLnTx/>
                <a:uFillTx/>
              </a:rPr>
              <a:t>行业</a:t>
            </a:r>
            <a:r>
              <a:rPr kumimoji="0" lang="en-US" altLang="zh-CN" sz="100" b="0" i="0" u="none" strike="noStrike" kern="0" cap="none" spc="0" normalizeH="0" baseline="0" noProof="0" dirty="0">
                <a:ln>
                  <a:noFill/>
                </a:ln>
                <a:solidFill>
                  <a:srgbClr val="01091E"/>
                </a:solidFill>
                <a:effectLst/>
                <a:uLnTx/>
                <a:uFillTx/>
              </a:rPr>
              <a:t>PPT</a:t>
            </a:r>
            <a:r>
              <a:rPr kumimoji="0" lang="zh-CN" altLang="en-US" sz="100" b="0" i="0" u="none" strike="noStrike" kern="0" cap="none" spc="0" normalizeH="0" baseline="0" noProof="0" dirty="0">
                <a:ln>
                  <a:noFill/>
                </a:ln>
                <a:solidFill>
                  <a:srgbClr val="01091E"/>
                </a:solidFill>
                <a:effectLst/>
                <a:uLnTx/>
                <a:uFillTx/>
              </a:rPr>
              <a:t>模板</a:t>
            </a:r>
            <a:r>
              <a:rPr kumimoji="0" lang="en-US" altLang="zh-CN" sz="100" b="0" i="0" u="none" strike="noStrike" kern="0" cap="none" spc="0" normalizeH="0" baseline="0" noProof="0" dirty="0">
                <a:ln>
                  <a:noFill/>
                </a:ln>
                <a:solidFill>
                  <a:srgbClr val="01091E"/>
                </a:solidFill>
                <a:effectLst/>
                <a:uLnTx/>
                <a:uFillTx/>
              </a:rPr>
              <a:t>http://www.1ppt.com/hangye/</a:t>
            </a:r>
          </a:p>
        </p:txBody>
      </p:sp>
      <p:sp>
        <p:nvSpPr>
          <p:cNvPr id="16" name="矩形: 圆角 8">
            <a:extLst>
              <a:ext uri="{FF2B5EF4-FFF2-40B4-BE49-F238E27FC236}">
                <a16:creationId xmlns:a16="http://schemas.microsoft.com/office/drawing/2014/main" id="{011E1D75-F704-9775-3DD6-919226D1DF0D}"/>
              </a:ext>
            </a:extLst>
          </p:cNvPr>
          <p:cNvSpPr/>
          <p:nvPr/>
        </p:nvSpPr>
        <p:spPr>
          <a:xfrm>
            <a:off x="793289" y="392698"/>
            <a:ext cx="2540000" cy="1001486"/>
          </a:xfrm>
          <a:prstGeom prst="roundRect">
            <a:avLst>
              <a:gd name="adj" fmla="val 23913"/>
            </a:avLst>
          </a:prstGeom>
          <a:noFill/>
          <a:ln w="22225">
            <a:solidFill>
              <a:srgbClr val="00C2B9"/>
            </a:solidFill>
          </a:ln>
          <a:effectLst>
            <a:outerShdw blurRad="38100" sx="102000" sy="102000" algn="ctr" rotWithShape="0">
              <a:schemeClr val="bg1">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TextBox 17">
            <a:extLst>
              <a:ext uri="{FF2B5EF4-FFF2-40B4-BE49-F238E27FC236}">
                <a16:creationId xmlns:a16="http://schemas.microsoft.com/office/drawing/2014/main" id="{15A9A6CE-42BB-EC4D-C23D-D727DBE72D6F}"/>
              </a:ext>
            </a:extLst>
          </p:cNvPr>
          <p:cNvSpPr txBox="1"/>
          <p:nvPr/>
        </p:nvSpPr>
        <p:spPr>
          <a:xfrm>
            <a:off x="840154" y="414027"/>
            <a:ext cx="2540000" cy="830997"/>
          </a:xfrm>
          <a:prstGeom prst="rect">
            <a:avLst/>
          </a:prstGeom>
          <a:noFill/>
        </p:spPr>
        <p:txBody>
          <a:bodyPr wrap="square" rtlCol="0">
            <a:spAutoFit/>
          </a:bodyPr>
          <a:lstStyle/>
          <a:p>
            <a:r>
              <a:rPr lang="en-US" altLang="zh-CN" sz="4800" dirty="0">
                <a:solidFill>
                  <a:srgbClr val="00C2B9"/>
                </a:solidFill>
                <a:cs typeface="+mn-ea"/>
                <a:sym typeface="+mn-lt"/>
              </a:rPr>
              <a:t>context</a:t>
            </a:r>
            <a:endParaRPr lang="en-US" sz="4800" dirty="0"/>
          </a:p>
        </p:txBody>
      </p:sp>
      <p:sp>
        <p:nvSpPr>
          <p:cNvPr id="26" name="TextBox 25">
            <a:extLst>
              <a:ext uri="{FF2B5EF4-FFF2-40B4-BE49-F238E27FC236}">
                <a16:creationId xmlns:a16="http://schemas.microsoft.com/office/drawing/2014/main" id="{9B71D0A3-C134-A1D3-5F4E-F8113FC70370}"/>
              </a:ext>
            </a:extLst>
          </p:cNvPr>
          <p:cNvSpPr txBox="1"/>
          <p:nvPr/>
        </p:nvSpPr>
        <p:spPr>
          <a:xfrm>
            <a:off x="1603718" y="1814732"/>
            <a:ext cx="8874862" cy="4832092"/>
          </a:xfrm>
          <a:prstGeom prst="rect">
            <a:avLst/>
          </a:prstGeom>
          <a:noFill/>
        </p:spPr>
        <p:txBody>
          <a:bodyPr wrap="square" rtlCol="0">
            <a:spAutoFit/>
          </a:bodyPr>
          <a:lstStyle/>
          <a:p>
            <a:r>
              <a:rPr lang="en-US" sz="2800" dirty="0">
                <a:solidFill>
                  <a:schemeClr val="bg1"/>
                </a:solidFill>
              </a:rPr>
              <a:t>This project is firstly proposed by a worker in Queen’s Building. He has been working there for years but still feel struggling while attending meetings in room he is not familiar with, which leads to the idea of this project ---- create an app which can automatically show users the path from room to room.</a:t>
            </a:r>
          </a:p>
          <a:p>
            <a:endParaRPr lang="en-US" sz="2800" dirty="0">
              <a:solidFill>
                <a:schemeClr val="bg1"/>
              </a:solidFill>
            </a:endParaRPr>
          </a:p>
          <a:p>
            <a:r>
              <a:rPr lang="en-US" sz="2800" dirty="0">
                <a:solidFill>
                  <a:schemeClr val="bg1"/>
                </a:solidFill>
              </a:rPr>
              <a:t>We have consequently concluded couple main features required for this project</a:t>
            </a:r>
          </a:p>
          <a:p>
            <a:endParaRPr lang="en-US" sz="2800" dirty="0">
              <a:solidFill>
                <a:schemeClr val="bg1"/>
              </a:solidFill>
            </a:endParaRPr>
          </a:p>
        </p:txBody>
      </p:sp>
    </p:spTree>
    <p:custDataLst>
      <p:tags r:id="rId1"/>
    </p:custDataLst>
    <p:extLst>
      <p:ext uri="{BB962C8B-B14F-4D97-AF65-F5344CB8AC3E}">
        <p14:creationId xmlns:p14="http://schemas.microsoft.com/office/powerpoint/2010/main" val="3278928021"/>
      </p:ext>
    </p:extLst>
  </p:cSld>
  <p:clrMapOvr>
    <a:masterClrMapping/>
  </p:clrMapOvr>
  <mc:AlternateContent xmlns:mc="http://schemas.openxmlformats.org/markup-compatibility/2006" xmlns:p14="http://schemas.microsoft.com/office/powerpoint/2010/main">
    <mc:Choice Requires="p14">
      <p:transition spd="slow" p14:dur="1250" advTm="6565">
        <p14:flip dir="r"/>
      </p:transition>
    </mc:Choice>
    <mc:Fallback xmlns="">
      <p:transition spd="slow" advTm="6565">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128E784A-3FB2-428D-9930-2AEB57283DF4}"/>
              </a:ext>
            </a:extLst>
          </p:cNvPr>
          <p:cNvSpPr/>
          <p:nvPr/>
        </p:nvSpPr>
        <p:spPr>
          <a:xfrm>
            <a:off x="1312562" y="1570744"/>
            <a:ext cx="2775549" cy="4659484"/>
          </a:xfrm>
          <a:prstGeom prst="rect">
            <a:avLst/>
          </a:prstGeom>
          <a:noFill/>
          <a:ln w="19050">
            <a:solidFill>
              <a:schemeClr val="bg1"/>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矩形 6">
            <a:extLst>
              <a:ext uri="{FF2B5EF4-FFF2-40B4-BE49-F238E27FC236}">
                <a16:creationId xmlns:a16="http://schemas.microsoft.com/office/drawing/2014/main" id="{B7A14126-24F2-4E84-ADFC-FFA24EEEE2D8}"/>
              </a:ext>
            </a:extLst>
          </p:cNvPr>
          <p:cNvSpPr/>
          <p:nvPr/>
        </p:nvSpPr>
        <p:spPr>
          <a:xfrm>
            <a:off x="4708225" y="1570744"/>
            <a:ext cx="2775549" cy="4659484"/>
          </a:xfrm>
          <a:prstGeom prst="rect">
            <a:avLst/>
          </a:prstGeom>
          <a:noFill/>
          <a:ln w="19050">
            <a:solidFill>
              <a:schemeClr val="bg1"/>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矩形 7">
            <a:extLst>
              <a:ext uri="{FF2B5EF4-FFF2-40B4-BE49-F238E27FC236}">
                <a16:creationId xmlns:a16="http://schemas.microsoft.com/office/drawing/2014/main" id="{F637EA62-4FCE-4477-819E-BCC5ED30E770}"/>
              </a:ext>
            </a:extLst>
          </p:cNvPr>
          <p:cNvSpPr/>
          <p:nvPr/>
        </p:nvSpPr>
        <p:spPr>
          <a:xfrm>
            <a:off x="8103889" y="1570744"/>
            <a:ext cx="2775549" cy="4659484"/>
          </a:xfrm>
          <a:prstGeom prst="rect">
            <a:avLst/>
          </a:prstGeom>
          <a:noFill/>
          <a:ln w="19050">
            <a:solidFill>
              <a:schemeClr val="bg1"/>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a:extLst>
              <a:ext uri="{FF2B5EF4-FFF2-40B4-BE49-F238E27FC236}">
                <a16:creationId xmlns:a16="http://schemas.microsoft.com/office/drawing/2014/main" id="{615F872F-D55B-47B1-A2D0-454DAC60FEB1}"/>
              </a:ext>
            </a:extLst>
          </p:cNvPr>
          <p:cNvSpPr txBox="1"/>
          <p:nvPr/>
        </p:nvSpPr>
        <p:spPr>
          <a:xfrm>
            <a:off x="4826588" y="1624509"/>
            <a:ext cx="2502680" cy="1705403"/>
          </a:xfrm>
          <a:prstGeom prst="rect">
            <a:avLst/>
          </a:prstGeom>
          <a:noFill/>
        </p:spPr>
        <p:txBody>
          <a:bodyPr wrap="square" rtlCol="0">
            <a:spAutoFit/>
          </a:bodyPr>
          <a:lstStyle/>
          <a:p>
            <a:pPr>
              <a:lnSpc>
                <a:spcPct val="150000"/>
              </a:lnSpc>
            </a:pPr>
            <a:r>
              <a:rPr lang="en-US" altLang="zh-CN" dirty="0">
                <a:solidFill>
                  <a:schemeClr val="bg1"/>
                </a:solidFill>
                <a:cs typeface="+mn-ea"/>
                <a:sym typeface="+mn-lt"/>
              </a:rPr>
              <a:t>A pathfinding algorithm which guide the user to the correct room</a:t>
            </a:r>
            <a:endParaRPr lang="zh-CN" altLang="en-US" dirty="0">
              <a:solidFill>
                <a:schemeClr val="bg1"/>
              </a:solidFill>
              <a:cs typeface="+mn-ea"/>
              <a:sym typeface="+mn-lt"/>
            </a:endParaRPr>
          </a:p>
        </p:txBody>
      </p:sp>
      <p:sp>
        <p:nvSpPr>
          <p:cNvPr id="11" name="文本框 10">
            <a:extLst>
              <a:ext uri="{FF2B5EF4-FFF2-40B4-BE49-F238E27FC236}">
                <a16:creationId xmlns:a16="http://schemas.microsoft.com/office/drawing/2014/main" id="{2C97197B-C40A-429A-B01D-A25FD3BFA7FE}"/>
              </a:ext>
            </a:extLst>
          </p:cNvPr>
          <p:cNvSpPr txBox="1"/>
          <p:nvPr/>
        </p:nvSpPr>
        <p:spPr>
          <a:xfrm>
            <a:off x="8103888" y="1629347"/>
            <a:ext cx="2775549" cy="1705403"/>
          </a:xfrm>
          <a:prstGeom prst="rect">
            <a:avLst/>
          </a:prstGeom>
          <a:noFill/>
        </p:spPr>
        <p:txBody>
          <a:bodyPr wrap="square" rtlCol="0">
            <a:spAutoFit/>
          </a:bodyPr>
          <a:lstStyle/>
          <a:p>
            <a:pPr>
              <a:lnSpc>
                <a:spcPct val="150000"/>
              </a:lnSpc>
            </a:pPr>
            <a:r>
              <a:rPr lang="en-US" altLang="zh-CN" dirty="0">
                <a:solidFill>
                  <a:schemeClr val="bg1"/>
                </a:solidFill>
                <a:cs typeface="+mn-ea"/>
                <a:sym typeface="+mn-lt"/>
              </a:rPr>
              <a:t>a neat UI that speak for itself and help used understand how to use it immediately</a:t>
            </a:r>
            <a:endParaRPr lang="zh-CN" altLang="en-US" dirty="0">
              <a:solidFill>
                <a:schemeClr val="bg1"/>
              </a:solidFill>
              <a:cs typeface="+mn-ea"/>
              <a:sym typeface="+mn-lt"/>
            </a:endParaRPr>
          </a:p>
        </p:txBody>
      </p:sp>
      <p:sp>
        <p:nvSpPr>
          <p:cNvPr id="12" name="矩形 11">
            <a:extLst>
              <a:ext uri="{FF2B5EF4-FFF2-40B4-BE49-F238E27FC236}">
                <a16:creationId xmlns:a16="http://schemas.microsoft.com/office/drawing/2014/main" id="{EE86BD89-78E2-4414-B6BD-BDC4BDD4B219}"/>
              </a:ext>
            </a:extLst>
          </p:cNvPr>
          <p:cNvSpPr/>
          <p:nvPr/>
        </p:nvSpPr>
        <p:spPr>
          <a:xfrm>
            <a:off x="3435126" y="945188"/>
            <a:ext cx="3007877" cy="461665"/>
          </a:xfrm>
          <a:prstGeom prst="rect">
            <a:avLst/>
          </a:prstGeom>
        </p:spPr>
        <p:txBody>
          <a:bodyPr wrap="square">
            <a:spAutoFit/>
          </a:bodyPr>
          <a:lstStyle/>
          <a:p>
            <a:r>
              <a:rPr lang="en-US" altLang="zh-CN" sz="2400" dirty="0">
                <a:solidFill>
                  <a:schemeClr val="bg1"/>
                </a:solidFill>
                <a:cs typeface="+mn-ea"/>
                <a:sym typeface="+mn-lt"/>
              </a:rPr>
              <a:t>Client : rich walker</a:t>
            </a:r>
            <a:endParaRPr lang="zh-CN" altLang="en-US" sz="2400" dirty="0">
              <a:solidFill>
                <a:schemeClr val="bg1"/>
              </a:solidFill>
              <a:cs typeface="+mn-ea"/>
              <a:sym typeface="+mn-lt"/>
            </a:endParaRPr>
          </a:p>
        </p:txBody>
      </p:sp>
      <p:sp>
        <p:nvSpPr>
          <p:cNvPr id="14" name="TextBox 13"/>
          <p:cNvSpPr txBox="1"/>
          <p:nvPr/>
        </p:nvSpPr>
        <p:spPr>
          <a:xfrm>
            <a:off x="118267" y="144378"/>
            <a:ext cx="1440159" cy="123111"/>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srgbClr val="01091E"/>
                </a:solidFill>
                <a:effectLst/>
                <a:uLnTx/>
                <a:uFillTx/>
              </a:rPr>
              <a:t>行业</a:t>
            </a:r>
            <a:r>
              <a:rPr kumimoji="0" lang="en-US" altLang="zh-CN" sz="100" b="0" i="0" u="none" strike="noStrike" kern="0" cap="none" spc="0" normalizeH="0" baseline="0" noProof="0" dirty="0">
                <a:ln>
                  <a:noFill/>
                </a:ln>
                <a:solidFill>
                  <a:srgbClr val="01091E"/>
                </a:solidFill>
                <a:effectLst/>
                <a:uLnTx/>
                <a:uFillTx/>
              </a:rPr>
              <a:t>PPT</a:t>
            </a:r>
            <a:r>
              <a:rPr kumimoji="0" lang="zh-CN" altLang="en-US" sz="100" b="0" i="0" u="none" strike="noStrike" kern="0" cap="none" spc="0" normalizeH="0" baseline="0" noProof="0" dirty="0">
                <a:ln>
                  <a:noFill/>
                </a:ln>
                <a:solidFill>
                  <a:srgbClr val="01091E"/>
                </a:solidFill>
                <a:effectLst/>
                <a:uLnTx/>
                <a:uFillTx/>
              </a:rPr>
              <a:t>模板</a:t>
            </a:r>
            <a:r>
              <a:rPr kumimoji="0" lang="en-US" altLang="zh-CN" sz="100" b="0" i="0" u="none" strike="noStrike" kern="0" cap="none" spc="0" normalizeH="0" baseline="0" noProof="0" dirty="0">
                <a:ln>
                  <a:noFill/>
                </a:ln>
                <a:solidFill>
                  <a:srgbClr val="01091E"/>
                </a:solidFill>
                <a:effectLst/>
                <a:uLnTx/>
                <a:uFillTx/>
              </a:rPr>
              <a:t>http://www.1ppt.com/hangye/</a:t>
            </a:r>
          </a:p>
        </p:txBody>
      </p:sp>
      <p:sp>
        <p:nvSpPr>
          <p:cNvPr id="16" name="矩形: 圆角 8">
            <a:extLst>
              <a:ext uri="{FF2B5EF4-FFF2-40B4-BE49-F238E27FC236}">
                <a16:creationId xmlns:a16="http://schemas.microsoft.com/office/drawing/2014/main" id="{011E1D75-F704-9775-3DD6-919226D1DF0D}"/>
              </a:ext>
            </a:extLst>
          </p:cNvPr>
          <p:cNvSpPr/>
          <p:nvPr/>
        </p:nvSpPr>
        <p:spPr>
          <a:xfrm>
            <a:off x="793289" y="392698"/>
            <a:ext cx="2540000" cy="1001486"/>
          </a:xfrm>
          <a:prstGeom prst="roundRect">
            <a:avLst>
              <a:gd name="adj" fmla="val 23913"/>
            </a:avLst>
          </a:prstGeom>
          <a:noFill/>
          <a:ln w="22225">
            <a:solidFill>
              <a:srgbClr val="00C2B9"/>
            </a:solidFill>
          </a:ln>
          <a:effectLst>
            <a:outerShdw blurRad="38100" sx="102000" sy="102000" algn="ctr" rotWithShape="0">
              <a:schemeClr val="bg1">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TextBox 17">
            <a:extLst>
              <a:ext uri="{FF2B5EF4-FFF2-40B4-BE49-F238E27FC236}">
                <a16:creationId xmlns:a16="http://schemas.microsoft.com/office/drawing/2014/main" id="{15A9A6CE-42BB-EC4D-C23D-D727DBE72D6F}"/>
              </a:ext>
            </a:extLst>
          </p:cNvPr>
          <p:cNvSpPr txBox="1"/>
          <p:nvPr/>
        </p:nvSpPr>
        <p:spPr>
          <a:xfrm>
            <a:off x="840154" y="414027"/>
            <a:ext cx="2540000" cy="830997"/>
          </a:xfrm>
          <a:prstGeom prst="rect">
            <a:avLst/>
          </a:prstGeom>
          <a:noFill/>
        </p:spPr>
        <p:txBody>
          <a:bodyPr wrap="square" rtlCol="0">
            <a:spAutoFit/>
          </a:bodyPr>
          <a:lstStyle/>
          <a:p>
            <a:r>
              <a:rPr lang="en-US" altLang="zh-CN" sz="4800" dirty="0">
                <a:solidFill>
                  <a:srgbClr val="00C2B9"/>
                </a:solidFill>
                <a:cs typeface="+mn-ea"/>
                <a:sym typeface="+mn-lt"/>
              </a:rPr>
              <a:t>context</a:t>
            </a:r>
            <a:endParaRPr lang="en-US" sz="4800" dirty="0"/>
          </a:p>
        </p:txBody>
      </p:sp>
      <p:pic>
        <p:nvPicPr>
          <p:cNvPr id="20" name="Picture 19" descr="Graphical user interface, application&#10;&#10;Description automatically generated">
            <a:extLst>
              <a:ext uri="{FF2B5EF4-FFF2-40B4-BE49-F238E27FC236}">
                <a16:creationId xmlns:a16="http://schemas.microsoft.com/office/drawing/2014/main" id="{58423723-29A1-A3C4-AF17-605CA72545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89395" y="3793706"/>
            <a:ext cx="2404533" cy="2028825"/>
          </a:xfrm>
          <a:prstGeom prst="rect">
            <a:avLst/>
          </a:prstGeom>
        </p:spPr>
      </p:pic>
      <p:sp>
        <p:nvSpPr>
          <p:cNvPr id="3" name="TextBox 2">
            <a:extLst>
              <a:ext uri="{FF2B5EF4-FFF2-40B4-BE49-F238E27FC236}">
                <a16:creationId xmlns:a16="http://schemas.microsoft.com/office/drawing/2014/main" id="{9B251B04-DC62-613A-3A93-F9C3564F177B}"/>
              </a:ext>
            </a:extLst>
          </p:cNvPr>
          <p:cNvSpPr txBox="1"/>
          <p:nvPr/>
        </p:nvSpPr>
        <p:spPr>
          <a:xfrm>
            <a:off x="1398962" y="1629347"/>
            <a:ext cx="2689148" cy="923330"/>
          </a:xfrm>
          <a:prstGeom prst="rect">
            <a:avLst/>
          </a:prstGeom>
          <a:noFill/>
        </p:spPr>
        <p:txBody>
          <a:bodyPr wrap="square" rtlCol="0">
            <a:spAutoFit/>
          </a:bodyPr>
          <a:lstStyle/>
          <a:p>
            <a:r>
              <a:rPr lang="en-US" dirty="0">
                <a:solidFill>
                  <a:schemeClr val="bg1"/>
                </a:solidFill>
              </a:rPr>
              <a:t>a model that shows the structure of the building</a:t>
            </a:r>
          </a:p>
        </p:txBody>
      </p:sp>
      <p:pic>
        <p:nvPicPr>
          <p:cNvPr id="9" name="Picture 8" descr="A picture containing text, sign&#10;&#10;Description automatically generated">
            <a:extLst>
              <a:ext uri="{FF2B5EF4-FFF2-40B4-BE49-F238E27FC236}">
                <a16:creationId xmlns:a16="http://schemas.microsoft.com/office/drawing/2014/main" id="{24AC7294-8ABB-F26F-4AF3-B6DECA7E104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20970" y="3883386"/>
            <a:ext cx="2558732" cy="1761539"/>
          </a:xfrm>
          <a:prstGeom prst="rect">
            <a:avLst/>
          </a:prstGeom>
        </p:spPr>
      </p:pic>
      <p:pic>
        <p:nvPicPr>
          <p:cNvPr id="15" name="Picture 14" descr="A picture containing text, sign&#10;&#10;Description automatically generated">
            <a:extLst>
              <a:ext uri="{FF2B5EF4-FFF2-40B4-BE49-F238E27FC236}">
                <a16:creationId xmlns:a16="http://schemas.microsoft.com/office/drawing/2014/main" id="{959566D8-9EC6-E7B2-C588-96664043C01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39064" y="3883386"/>
            <a:ext cx="2404533" cy="1779147"/>
          </a:xfrm>
          <a:prstGeom prst="rect">
            <a:avLst/>
          </a:prstGeom>
        </p:spPr>
      </p:pic>
    </p:spTree>
    <p:custDataLst>
      <p:tags r:id="rId1"/>
    </p:custDataLst>
    <p:extLst>
      <p:ext uri="{BB962C8B-B14F-4D97-AF65-F5344CB8AC3E}">
        <p14:creationId xmlns:p14="http://schemas.microsoft.com/office/powerpoint/2010/main" val="1149813625"/>
      </p:ext>
    </p:extLst>
  </p:cSld>
  <p:clrMapOvr>
    <a:masterClrMapping/>
  </p:clrMapOvr>
  <mc:AlternateContent xmlns:mc="http://schemas.openxmlformats.org/markup-compatibility/2006">
    <mc:Choice xmlns:p14="http://schemas.microsoft.com/office/powerpoint/2010/main" Requires="p14">
      <p:transition spd="slow" p14:dur="1250" advTm="6565">
        <p14:flip dir="r"/>
      </p:transition>
    </mc:Choice>
    <mc:Fallback>
      <p:transition spd="slow" advTm="6565">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par>
                                <p:cTn id="17" presetID="47"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7"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1000"/>
                                        <p:tgtEl>
                                          <p:spTgt spid="10"/>
                                        </p:tgtEl>
                                      </p:cBhvr>
                                    </p:animEffect>
                                    <p:anim calcmode="lin" valueType="num">
                                      <p:cBhvr>
                                        <p:cTn id="32" dur="1000" fill="hold"/>
                                        <p:tgtEl>
                                          <p:spTgt spid="10"/>
                                        </p:tgtEl>
                                        <p:attrNameLst>
                                          <p:attrName>ppt_x</p:attrName>
                                        </p:attrNameLst>
                                      </p:cBhvr>
                                      <p:tavLst>
                                        <p:tav tm="0">
                                          <p:val>
                                            <p:strVal val="#ppt_x"/>
                                          </p:val>
                                        </p:tav>
                                        <p:tav tm="100000">
                                          <p:val>
                                            <p:strVal val="#ppt_x"/>
                                          </p:val>
                                        </p:tav>
                                      </p:tavLst>
                                    </p:anim>
                                    <p:anim calcmode="lin" valueType="num">
                                      <p:cBhvr>
                                        <p:cTn id="3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1000"/>
                                        <p:tgtEl>
                                          <p:spTgt spid="11"/>
                                        </p:tgtEl>
                                      </p:cBhvr>
                                    </p:animEffect>
                                    <p:anim calcmode="lin" valueType="num">
                                      <p:cBhvr>
                                        <p:cTn id="39" dur="1000" fill="hold"/>
                                        <p:tgtEl>
                                          <p:spTgt spid="11"/>
                                        </p:tgtEl>
                                        <p:attrNameLst>
                                          <p:attrName>ppt_x</p:attrName>
                                        </p:attrNameLst>
                                      </p:cBhvr>
                                      <p:tavLst>
                                        <p:tav tm="0">
                                          <p:val>
                                            <p:strVal val="#ppt_x"/>
                                          </p:val>
                                        </p:tav>
                                        <p:tav tm="100000">
                                          <p:val>
                                            <p:strVal val="#ppt_x"/>
                                          </p:val>
                                        </p:tav>
                                      </p:tavLst>
                                    </p:anim>
                                    <p:anim calcmode="lin" valueType="num">
                                      <p:cBhvr>
                                        <p:cTn id="4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p:bldP spid="11"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4"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A0D16E1E-FD0F-4957-A72C-A1346F0CCB45}"/>
              </a:ext>
            </a:extLst>
          </p:cNvPr>
          <p:cNvGrpSpPr/>
          <p:nvPr/>
        </p:nvGrpSpPr>
        <p:grpSpPr>
          <a:xfrm>
            <a:off x="973671" y="811128"/>
            <a:ext cx="2540000" cy="1008574"/>
            <a:chOff x="986972" y="740060"/>
            <a:chExt cx="2540000" cy="1008574"/>
          </a:xfrm>
        </p:grpSpPr>
        <p:sp>
          <p:nvSpPr>
            <p:cNvPr id="8" name="文本框 7">
              <a:extLst>
                <a:ext uri="{FF2B5EF4-FFF2-40B4-BE49-F238E27FC236}">
                  <a16:creationId xmlns:a16="http://schemas.microsoft.com/office/drawing/2014/main" id="{EF48EDE5-DAA5-4F89-82A4-AE5EC97D507C}"/>
                </a:ext>
              </a:extLst>
            </p:cNvPr>
            <p:cNvSpPr txBox="1"/>
            <p:nvPr/>
          </p:nvSpPr>
          <p:spPr>
            <a:xfrm>
              <a:off x="1023258" y="740060"/>
              <a:ext cx="2467429" cy="830997"/>
            </a:xfrm>
            <a:prstGeom prst="rect">
              <a:avLst/>
            </a:prstGeom>
            <a:noFill/>
          </p:spPr>
          <p:txBody>
            <a:bodyPr wrap="square" rtlCol="0">
              <a:spAutoFit/>
            </a:bodyPr>
            <a:lstStyle/>
            <a:p>
              <a:pPr algn="ctr"/>
              <a:r>
                <a:rPr lang="en-US" altLang="zh-CN" sz="4800" dirty="0">
                  <a:solidFill>
                    <a:srgbClr val="00C2B9"/>
                  </a:solidFill>
                  <a:cs typeface="+mn-ea"/>
                  <a:sym typeface="+mn-lt"/>
                </a:rPr>
                <a:t>context</a:t>
              </a:r>
              <a:endParaRPr lang="zh-CN" altLang="en-US" sz="4800" dirty="0">
                <a:solidFill>
                  <a:srgbClr val="00C2B9"/>
                </a:solidFill>
                <a:cs typeface="+mn-ea"/>
                <a:sym typeface="+mn-lt"/>
              </a:endParaRPr>
            </a:p>
          </p:txBody>
        </p:sp>
        <p:sp>
          <p:nvSpPr>
            <p:cNvPr id="9" name="矩形: 圆角 8">
              <a:extLst>
                <a:ext uri="{FF2B5EF4-FFF2-40B4-BE49-F238E27FC236}">
                  <a16:creationId xmlns:a16="http://schemas.microsoft.com/office/drawing/2014/main" id="{D2A191A6-B8E9-45BD-8BB5-8625EB66A1E9}"/>
                </a:ext>
              </a:extLst>
            </p:cNvPr>
            <p:cNvSpPr/>
            <p:nvPr/>
          </p:nvSpPr>
          <p:spPr>
            <a:xfrm>
              <a:off x="986972" y="747148"/>
              <a:ext cx="2540000" cy="1001486"/>
            </a:xfrm>
            <a:prstGeom prst="roundRect">
              <a:avLst>
                <a:gd name="adj" fmla="val 23913"/>
              </a:avLst>
            </a:prstGeom>
            <a:noFill/>
            <a:ln w="22225">
              <a:solidFill>
                <a:srgbClr val="00C2B9"/>
              </a:solidFill>
            </a:ln>
            <a:effectLst>
              <a:outerShdw blurRad="38100" sx="102000" sy="102000" algn="ctr" rotWithShape="0">
                <a:schemeClr val="bg1">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pic>
        <p:nvPicPr>
          <p:cNvPr id="11" name="图片 10">
            <a:extLst>
              <a:ext uri="{FF2B5EF4-FFF2-40B4-BE49-F238E27FC236}">
                <a16:creationId xmlns:a16="http://schemas.microsoft.com/office/drawing/2014/main" id="{D76F188C-1F5E-46E0-A11A-CFB4A9791150}"/>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413943" y="2759003"/>
            <a:ext cx="592657" cy="583803"/>
          </a:xfrm>
          <a:prstGeom prst="rect">
            <a:avLst/>
          </a:prstGeom>
        </p:spPr>
      </p:pic>
      <p:sp>
        <p:nvSpPr>
          <p:cNvPr id="12" name="文本框 11">
            <a:extLst>
              <a:ext uri="{FF2B5EF4-FFF2-40B4-BE49-F238E27FC236}">
                <a16:creationId xmlns:a16="http://schemas.microsoft.com/office/drawing/2014/main" id="{CB4033F0-6C42-4202-A037-A38BA7A4BF59}"/>
              </a:ext>
            </a:extLst>
          </p:cNvPr>
          <p:cNvSpPr txBox="1"/>
          <p:nvPr/>
        </p:nvSpPr>
        <p:spPr>
          <a:xfrm>
            <a:off x="2234536" y="2658627"/>
            <a:ext cx="3795824" cy="523220"/>
          </a:xfrm>
          <a:prstGeom prst="rect">
            <a:avLst/>
          </a:prstGeom>
          <a:noFill/>
        </p:spPr>
        <p:txBody>
          <a:bodyPr wrap="square" rtlCol="0">
            <a:spAutoFit/>
          </a:bodyPr>
          <a:lstStyle/>
          <a:p>
            <a:pPr algn="ctr"/>
            <a:r>
              <a:rPr lang="en-US" altLang="zh-CN" sz="2800" dirty="0">
                <a:solidFill>
                  <a:schemeClr val="bg1"/>
                </a:solidFill>
                <a:cs typeface="+mn-ea"/>
                <a:sym typeface="+mn-lt"/>
              </a:rPr>
              <a:t>Front end</a:t>
            </a:r>
            <a:endParaRPr lang="zh-CN" altLang="en-US" sz="2800" dirty="0">
              <a:solidFill>
                <a:schemeClr val="bg1"/>
              </a:solidFill>
              <a:cs typeface="+mn-ea"/>
              <a:sym typeface="+mn-lt"/>
            </a:endParaRPr>
          </a:p>
        </p:txBody>
      </p:sp>
      <p:cxnSp>
        <p:nvCxnSpPr>
          <p:cNvPr id="16" name="直接连接符 15">
            <a:extLst>
              <a:ext uri="{FF2B5EF4-FFF2-40B4-BE49-F238E27FC236}">
                <a16:creationId xmlns:a16="http://schemas.microsoft.com/office/drawing/2014/main" id="{7E3B8F68-1ECB-4D7A-BF17-BD309CA49CAA}"/>
              </a:ext>
            </a:extLst>
          </p:cNvPr>
          <p:cNvCxnSpPr>
            <a:cxnSpLocks/>
          </p:cNvCxnSpPr>
          <p:nvPr/>
        </p:nvCxnSpPr>
        <p:spPr>
          <a:xfrm>
            <a:off x="2209136" y="2698461"/>
            <a:ext cx="0" cy="730539"/>
          </a:xfrm>
          <a:prstGeom prst="line">
            <a:avLst/>
          </a:prstGeom>
          <a:ln w="15875">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D07311B1-4BBC-4EDB-B038-B4815A8A600C}"/>
              </a:ext>
            </a:extLst>
          </p:cNvPr>
          <p:cNvSpPr/>
          <p:nvPr/>
        </p:nvSpPr>
        <p:spPr>
          <a:xfrm>
            <a:off x="2841843" y="3146642"/>
            <a:ext cx="2581220" cy="369332"/>
          </a:xfrm>
          <a:prstGeom prst="rect">
            <a:avLst/>
          </a:prstGeom>
        </p:spPr>
        <p:txBody>
          <a:bodyPr wrap="none">
            <a:spAutoFit/>
          </a:bodyPr>
          <a:lstStyle/>
          <a:p>
            <a:pPr algn="ctr"/>
            <a:r>
              <a:rPr lang="en-US" altLang="zh-CN" dirty="0">
                <a:solidFill>
                  <a:schemeClr val="bg1"/>
                </a:solidFill>
                <a:cs typeface="+mn-ea"/>
                <a:sym typeface="+mn-lt"/>
              </a:rPr>
              <a:t>Contributor : Ruiyong</a:t>
            </a:r>
            <a:endParaRPr lang="zh-CN" altLang="en-US" dirty="0">
              <a:solidFill>
                <a:schemeClr val="bg1"/>
              </a:solidFill>
              <a:cs typeface="+mn-ea"/>
              <a:sym typeface="+mn-lt"/>
            </a:endParaRPr>
          </a:p>
        </p:txBody>
      </p:sp>
      <p:sp>
        <p:nvSpPr>
          <p:cNvPr id="20" name="文本框 19">
            <a:extLst>
              <a:ext uri="{FF2B5EF4-FFF2-40B4-BE49-F238E27FC236}">
                <a16:creationId xmlns:a16="http://schemas.microsoft.com/office/drawing/2014/main" id="{7477750C-2EFB-4E93-82A0-38D723B3BB73}"/>
              </a:ext>
            </a:extLst>
          </p:cNvPr>
          <p:cNvSpPr txBox="1"/>
          <p:nvPr/>
        </p:nvSpPr>
        <p:spPr>
          <a:xfrm>
            <a:off x="7466936" y="2658627"/>
            <a:ext cx="3795824" cy="523220"/>
          </a:xfrm>
          <a:prstGeom prst="rect">
            <a:avLst/>
          </a:prstGeom>
          <a:noFill/>
        </p:spPr>
        <p:txBody>
          <a:bodyPr wrap="square" rtlCol="0">
            <a:spAutoFit/>
          </a:bodyPr>
          <a:lstStyle/>
          <a:p>
            <a:pPr algn="ctr"/>
            <a:r>
              <a:rPr lang="en-US" altLang="zh-CN" sz="2800" dirty="0">
                <a:solidFill>
                  <a:schemeClr val="bg1"/>
                </a:solidFill>
                <a:cs typeface="+mn-ea"/>
                <a:sym typeface="+mn-lt"/>
              </a:rPr>
              <a:t>Pathfinding algo</a:t>
            </a:r>
            <a:endParaRPr lang="zh-CN" altLang="en-US" sz="2800" dirty="0">
              <a:solidFill>
                <a:schemeClr val="bg1"/>
              </a:solidFill>
              <a:cs typeface="+mn-ea"/>
              <a:sym typeface="+mn-lt"/>
            </a:endParaRPr>
          </a:p>
        </p:txBody>
      </p:sp>
      <p:cxnSp>
        <p:nvCxnSpPr>
          <p:cNvPr id="21" name="直接连接符 20">
            <a:extLst>
              <a:ext uri="{FF2B5EF4-FFF2-40B4-BE49-F238E27FC236}">
                <a16:creationId xmlns:a16="http://schemas.microsoft.com/office/drawing/2014/main" id="{97C5138B-99A9-4495-A086-6499216CF363}"/>
              </a:ext>
            </a:extLst>
          </p:cNvPr>
          <p:cNvCxnSpPr>
            <a:cxnSpLocks/>
          </p:cNvCxnSpPr>
          <p:nvPr/>
        </p:nvCxnSpPr>
        <p:spPr>
          <a:xfrm>
            <a:off x="7441536" y="2698461"/>
            <a:ext cx="0" cy="730539"/>
          </a:xfrm>
          <a:prstGeom prst="line">
            <a:avLst/>
          </a:prstGeom>
          <a:ln w="15875">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8ED0705B-8E78-44A5-9BDB-B328547EF8DF}"/>
              </a:ext>
            </a:extLst>
          </p:cNvPr>
          <p:cNvSpPr/>
          <p:nvPr/>
        </p:nvSpPr>
        <p:spPr>
          <a:xfrm>
            <a:off x="8178626" y="3146642"/>
            <a:ext cx="2372445" cy="369332"/>
          </a:xfrm>
          <a:prstGeom prst="rect">
            <a:avLst/>
          </a:prstGeom>
        </p:spPr>
        <p:txBody>
          <a:bodyPr wrap="none">
            <a:spAutoFit/>
          </a:bodyPr>
          <a:lstStyle/>
          <a:p>
            <a:pPr algn="ctr"/>
            <a:r>
              <a:rPr lang="en-US" altLang="zh-CN" dirty="0">
                <a:solidFill>
                  <a:schemeClr val="bg1"/>
                </a:solidFill>
                <a:cs typeface="+mn-ea"/>
                <a:sym typeface="+mn-lt"/>
              </a:rPr>
              <a:t>Contributor : David </a:t>
            </a:r>
            <a:endParaRPr lang="zh-CN" altLang="en-US" dirty="0">
              <a:solidFill>
                <a:schemeClr val="bg1"/>
              </a:solidFill>
              <a:cs typeface="+mn-ea"/>
              <a:sym typeface="+mn-lt"/>
            </a:endParaRPr>
          </a:p>
        </p:txBody>
      </p:sp>
      <p:pic>
        <p:nvPicPr>
          <p:cNvPr id="23" name="图片 22">
            <a:extLst>
              <a:ext uri="{FF2B5EF4-FFF2-40B4-BE49-F238E27FC236}">
                <a16:creationId xmlns:a16="http://schemas.microsoft.com/office/drawing/2014/main" id="{9989F80B-B275-459A-A03C-25FB3CBCC04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639490" y="2805287"/>
            <a:ext cx="592656" cy="516886"/>
          </a:xfrm>
          <a:prstGeom prst="rect">
            <a:avLst/>
          </a:prstGeom>
        </p:spPr>
      </p:pic>
      <p:sp>
        <p:nvSpPr>
          <p:cNvPr id="25" name="文本框 24">
            <a:extLst>
              <a:ext uri="{FF2B5EF4-FFF2-40B4-BE49-F238E27FC236}">
                <a16:creationId xmlns:a16="http://schemas.microsoft.com/office/drawing/2014/main" id="{1E0B832A-ECDD-464E-859F-508AA774E039}"/>
              </a:ext>
            </a:extLst>
          </p:cNvPr>
          <p:cNvSpPr txBox="1"/>
          <p:nvPr/>
        </p:nvSpPr>
        <p:spPr>
          <a:xfrm>
            <a:off x="2234536" y="4210740"/>
            <a:ext cx="3795824" cy="523220"/>
          </a:xfrm>
          <a:prstGeom prst="rect">
            <a:avLst/>
          </a:prstGeom>
          <a:noFill/>
        </p:spPr>
        <p:txBody>
          <a:bodyPr wrap="square" rtlCol="0">
            <a:spAutoFit/>
          </a:bodyPr>
          <a:lstStyle/>
          <a:p>
            <a:pPr algn="ctr"/>
            <a:r>
              <a:rPr lang="en-US" altLang="zh-CN" sz="2800" dirty="0">
                <a:solidFill>
                  <a:schemeClr val="bg1"/>
                </a:solidFill>
                <a:cs typeface="+mn-ea"/>
                <a:sym typeface="+mn-lt"/>
              </a:rPr>
              <a:t>Modelling</a:t>
            </a:r>
            <a:endParaRPr lang="zh-CN" altLang="en-US" sz="2800" dirty="0">
              <a:solidFill>
                <a:schemeClr val="bg1"/>
              </a:solidFill>
              <a:cs typeface="+mn-ea"/>
              <a:sym typeface="+mn-lt"/>
            </a:endParaRPr>
          </a:p>
        </p:txBody>
      </p:sp>
      <p:cxnSp>
        <p:nvCxnSpPr>
          <p:cNvPr id="26" name="直接连接符 25">
            <a:extLst>
              <a:ext uri="{FF2B5EF4-FFF2-40B4-BE49-F238E27FC236}">
                <a16:creationId xmlns:a16="http://schemas.microsoft.com/office/drawing/2014/main" id="{43E432B0-84F4-42D6-9360-B42B597022BC}"/>
              </a:ext>
            </a:extLst>
          </p:cNvPr>
          <p:cNvCxnSpPr>
            <a:cxnSpLocks/>
          </p:cNvCxnSpPr>
          <p:nvPr/>
        </p:nvCxnSpPr>
        <p:spPr>
          <a:xfrm>
            <a:off x="2209136" y="4250574"/>
            <a:ext cx="0" cy="730539"/>
          </a:xfrm>
          <a:prstGeom prst="line">
            <a:avLst/>
          </a:prstGeom>
          <a:ln w="15875">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C8D32870-AACF-40D7-8F24-A4298B319D90}"/>
              </a:ext>
            </a:extLst>
          </p:cNvPr>
          <p:cNvSpPr/>
          <p:nvPr/>
        </p:nvSpPr>
        <p:spPr>
          <a:xfrm>
            <a:off x="2810937" y="4698755"/>
            <a:ext cx="2643032" cy="369332"/>
          </a:xfrm>
          <a:prstGeom prst="rect">
            <a:avLst/>
          </a:prstGeom>
        </p:spPr>
        <p:txBody>
          <a:bodyPr wrap="none">
            <a:spAutoFit/>
          </a:bodyPr>
          <a:lstStyle/>
          <a:p>
            <a:pPr algn="ctr"/>
            <a:r>
              <a:rPr lang="en-US" altLang="zh-CN" dirty="0">
                <a:solidFill>
                  <a:schemeClr val="bg1"/>
                </a:solidFill>
                <a:cs typeface="+mn-ea"/>
                <a:sym typeface="+mn-lt"/>
              </a:rPr>
              <a:t>Contributor : Stephen </a:t>
            </a:r>
            <a:endParaRPr lang="zh-CN" altLang="en-US" dirty="0">
              <a:solidFill>
                <a:schemeClr val="bg1"/>
              </a:solidFill>
              <a:cs typeface="+mn-ea"/>
              <a:sym typeface="+mn-lt"/>
            </a:endParaRPr>
          </a:p>
        </p:txBody>
      </p:sp>
      <p:sp>
        <p:nvSpPr>
          <p:cNvPr id="28" name="文本框 27">
            <a:extLst>
              <a:ext uri="{FF2B5EF4-FFF2-40B4-BE49-F238E27FC236}">
                <a16:creationId xmlns:a16="http://schemas.microsoft.com/office/drawing/2014/main" id="{057576B8-93AB-4B3A-AA33-7431B0C4BF7D}"/>
              </a:ext>
            </a:extLst>
          </p:cNvPr>
          <p:cNvSpPr txBox="1"/>
          <p:nvPr/>
        </p:nvSpPr>
        <p:spPr>
          <a:xfrm>
            <a:off x="7466936" y="4210740"/>
            <a:ext cx="3795824" cy="523220"/>
          </a:xfrm>
          <a:prstGeom prst="rect">
            <a:avLst/>
          </a:prstGeom>
          <a:noFill/>
        </p:spPr>
        <p:txBody>
          <a:bodyPr wrap="square" rtlCol="0">
            <a:spAutoFit/>
          </a:bodyPr>
          <a:lstStyle/>
          <a:p>
            <a:pPr algn="ctr"/>
            <a:r>
              <a:rPr lang="en-US" altLang="zh-CN" sz="2800" dirty="0">
                <a:solidFill>
                  <a:schemeClr val="bg1"/>
                </a:solidFill>
                <a:cs typeface="+mn-ea"/>
                <a:sym typeface="+mn-lt"/>
              </a:rPr>
              <a:t>Web hosting</a:t>
            </a:r>
            <a:endParaRPr lang="zh-CN" altLang="en-US" sz="2800" dirty="0">
              <a:solidFill>
                <a:schemeClr val="bg1"/>
              </a:solidFill>
              <a:cs typeface="+mn-ea"/>
              <a:sym typeface="+mn-lt"/>
            </a:endParaRPr>
          </a:p>
        </p:txBody>
      </p:sp>
      <p:cxnSp>
        <p:nvCxnSpPr>
          <p:cNvPr id="29" name="直接连接符 28">
            <a:extLst>
              <a:ext uri="{FF2B5EF4-FFF2-40B4-BE49-F238E27FC236}">
                <a16:creationId xmlns:a16="http://schemas.microsoft.com/office/drawing/2014/main" id="{976A9E8A-881F-46F5-9BAA-D7DC7065DE57}"/>
              </a:ext>
            </a:extLst>
          </p:cNvPr>
          <p:cNvCxnSpPr>
            <a:cxnSpLocks/>
          </p:cNvCxnSpPr>
          <p:nvPr/>
        </p:nvCxnSpPr>
        <p:spPr>
          <a:xfrm>
            <a:off x="7441536" y="4250574"/>
            <a:ext cx="0" cy="730539"/>
          </a:xfrm>
          <a:prstGeom prst="line">
            <a:avLst/>
          </a:prstGeom>
          <a:ln w="15875">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D600FDA0-FF8A-4259-97D7-DE09788BE7A8}"/>
              </a:ext>
            </a:extLst>
          </p:cNvPr>
          <p:cNvSpPr/>
          <p:nvPr/>
        </p:nvSpPr>
        <p:spPr>
          <a:xfrm>
            <a:off x="8210690" y="4698755"/>
            <a:ext cx="2308325" cy="369332"/>
          </a:xfrm>
          <a:prstGeom prst="rect">
            <a:avLst/>
          </a:prstGeom>
        </p:spPr>
        <p:txBody>
          <a:bodyPr wrap="none">
            <a:spAutoFit/>
          </a:bodyPr>
          <a:lstStyle/>
          <a:p>
            <a:pPr algn="ctr"/>
            <a:r>
              <a:rPr lang="en-US" altLang="zh-CN" dirty="0">
                <a:solidFill>
                  <a:schemeClr val="bg1"/>
                </a:solidFill>
                <a:cs typeface="+mn-ea"/>
                <a:sym typeface="+mn-lt"/>
              </a:rPr>
              <a:t>Contributor :Ziqing</a:t>
            </a:r>
            <a:endParaRPr lang="zh-CN" altLang="en-US" dirty="0">
              <a:solidFill>
                <a:schemeClr val="bg1"/>
              </a:solidFill>
              <a:cs typeface="+mn-ea"/>
              <a:sym typeface="+mn-lt"/>
            </a:endParaRPr>
          </a:p>
        </p:txBody>
      </p:sp>
      <p:pic>
        <p:nvPicPr>
          <p:cNvPr id="32" name="图片 31">
            <a:extLst>
              <a:ext uri="{FF2B5EF4-FFF2-40B4-BE49-F238E27FC236}">
                <a16:creationId xmlns:a16="http://schemas.microsoft.com/office/drawing/2014/main" id="{9BDAAF57-167E-45AC-A955-2B733910D088}"/>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530925" y="4359946"/>
            <a:ext cx="463685" cy="511794"/>
          </a:xfrm>
          <a:prstGeom prst="rect">
            <a:avLst/>
          </a:prstGeom>
        </p:spPr>
      </p:pic>
      <p:pic>
        <p:nvPicPr>
          <p:cNvPr id="33" name="图片 32">
            <a:extLst>
              <a:ext uri="{FF2B5EF4-FFF2-40B4-BE49-F238E27FC236}">
                <a16:creationId xmlns:a16="http://schemas.microsoft.com/office/drawing/2014/main" id="{3C59C8B8-7AAB-49B6-83BF-EFA6C16DD1F8}"/>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6716152" y="4354669"/>
            <a:ext cx="515994" cy="528752"/>
          </a:xfrm>
          <a:prstGeom prst="rect">
            <a:avLst/>
          </a:prstGeom>
        </p:spPr>
      </p:pic>
      <p:sp>
        <p:nvSpPr>
          <p:cNvPr id="34" name="文本框 33">
            <a:extLst>
              <a:ext uri="{FF2B5EF4-FFF2-40B4-BE49-F238E27FC236}">
                <a16:creationId xmlns:a16="http://schemas.microsoft.com/office/drawing/2014/main" id="{066068FF-024B-4CBD-91BA-3A08F500C658}"/>
              </a:ext>
            </a:extLst>
          </p:cNvPr>
          <p:cNvSpPr txBox="1"/>
          <p:nvPr/>
        </p:nvSpPr>
        <p:spPr>
          <a:xfrm>
            <a:off x="3549956" y="1370976"/>
            <a:ext cx="3089533" cy="461665"/>
          </a:xfrm>
          <a:prstGeom prst="rect">
            <a:avLst/>
          </a:prstGeom>
          <a:noFill/>
        </p:spPr>
        <p:txBody>
          <a:bodyPr wrap="square" rtlCol="0">
            <a:spAutoFit/>
          </a:bodyPr>
          <a:lstStyle/>
          <a:p>
            <a:pPr algn="ctr"/>
            <a:r>
              <a:rPr lang="en-US" altLang="zh-CN" sz="2400" dirty="0">
                <a:solidFill>
                  <a:schemeClr val="bg1"/>
                </a:solidFill>
                <a:cs typeface="+mn-ea"/>
                <a:sym typeface="+mn-lt"/>
              </a:rPr>
              <a:t>Client : Rich Walker </a:t>
            </a:r>
            <a:endParaRPr lang="zh-CN" altLang="en-US" sz="2400" dirty="0">
              <a:solidFill>
                <a:schemeClr val="bg1"/>
              </a:solidFill>
              <a:cs typeface="+mn-ea"/>
              <a:sym typeface="+mn-lt"/>
            </a:endParaRPr>
          </a:p>
        </p:txBody>
      </p:sp>
    </p:spTree>
    <p:custDataLst>
      <p:tags r:id="rId1"/>
    </p:custDataLst>
    <p:extLst>
      <p:ext uri="{BB962C8B-B14F-4D97-AF65-F5344CB8AC3E}">
        <p14:creationId xmlns:p14="http://schemas.microsoft.com/office/powerpoint/2010/main" val="1643200547"/>
      </p:ext>
    </p:extLst>
  </p:cSld>
  <p:clrMapOvr>
    <a:masterClrMapping/>
  </p:clrMapOvr>
  <mc:AlternateContent xmlns:mc="http://schemas.openxmlformats.org/markup-compatibility/2006" xmlns:p14="http://schemas.microsoft.com/office/powerpoint/2010/main">
    <mc:Choice Requires="p14">
      <p:transition spd="slow" p14:dur="1600" advTm="11806">
        <p:blinds dir="vert"/>
      </p:transition>
    </mc:Choice>
    <mc:Fallback xmlns="">
      <p:transition spd="slow" advTm="11806">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out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left)">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1000" fill="hold"/>
                                        <p:tgtEl>
                                          <p:spTgt spid="11"/>
                                        </p:tgtEl>
                                        <p:attrNameLst>
                                          <p:attrName>ppt_w</p:attrName>
                                        </p:attrNameLst>
                                      </p:cBhvr>
                                      <p:tavLst>
                                        <p:tav tm="0">
                                          <p:val>
                                            <p:fltVal val="0"/>
                                          </p:val>
                                        </p:tav>
                                        <p:tav tm="100000">
                                          <p:val>
                                            <p:strVal val="#ppt_w"/>
                                          </p:val>
                                        </p:tav>
                                      </p:tavLst>
                                    </p:anim>
                                    <p:anim calcmode="lin" valueType="num">
                                      <p:cBhvr>
                                        <p:cTn id="18" dur="1000" fill="hold"/>
                                        <p:tgtEl>
                                          <p:spTgt spid="11"/>
                                        </p:tgtEl>
                                        <p:attrNameLst>
                                          <p:attrName>ppt_h</p:attrName>
                                        </p:attrNameLst>
                                      </p:cBhvr>
                                      <p:tavLst>
                                        <p:tav tm="0">
                                          <p:val>
                                            <p:fltVal val="0"/>
                                          </p:val>
                                        </p:tav>
                                        <p:tav tm="100000">
                                          <p:val>
                                            <p:strVal val="#ppt_h"/>
                                          </p:val>
                                        </p:tav>
                                      </p:tavLst>
                                    </p:anim>
                                    <p:anim calcmode="lin" valueType="num">
                                      <p:cBhvr>
                                        <p:cTn id="19" dur="1000" fill="hold"/>
                                        <p:tgtEl>
                                          <p:spTgt spid="11"/>
                                        </p:tgtEl>
                                        <p:attrNameLst>
                                          <p:attrName>style.rotation</p:attrName>
                                        </p:attrNameLst>
                                      </p:cBhvr>
                                      <p:tavLst>
                                        <p:tav tm="0">
                                          <p:val>
                                            <p:fltVal val="90"/>
                                          </p:val>
                                        </p:tav>
                                        <p:tav tm="100000">
                                          <p:val>
                                            <p:fltVal val="0"/>
                                          </p:val>
                                        </p:tav>
                                      </p:tavLst>
                                    </p:anim>
                                    <p:animEffect transition="in" filter="fade">
                                      <p:cBhvr>
                                        <p:cTn id="20" dur="10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up)">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left)">
                                      <p:cBhvr>
                                        <p:cTn id="30" dur="500"/>
                                        <p:tgtEl>
                                          <p:spTgt spid="12"/>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left)">
                                      <p:cBhvr>
                                        <p:cTn id="33" dur="500"/>
                                        <p:tgtEl>
                                          <p:spTgt spid="17"/>
                                        </p:tgtEl>
                                      </p:cBhvr>
                                    </p:animEffect>
                                  </p:childTnLst>
                                </p:cTn>
                              </p:par>
                            </p:childTnLst>
                          </p:cTn>
                        </p:par>
                      </p:childTnLst>
                    </p:cTn>
                  </p:par>
                  <p:par>
                    <p:cTn id="34" fill="hold">
                      <p:stCondLst>
                        <p:cond delay="indefinite"/>
                      </p:stCondLst>
                      <p:childTnLst>
                        <p:par>
                          <p:cTn id="35" fill="hold">
                            <p:stCondLst>
                              <p:cond delay="0"/>
                            </p:stCondLst>
                            <p:childTnLst>
                              <p:par>
                                <p:cTn id="36" presetID="31" presetClass="entr" presetSubtype="0" fill="hold" nodeType="clickEffect">
                                  <p:stCondLst>
                                    <p:cond delay="0"/>
                                  </p:stCondLst>
                                  <p:childTnLst>
                                    <p:set>
                                      <p:cBhvr>
                                        <p:cTn id="37" dur="1" fill="hold">
                                          <p:stCondLst>
                                            <p:cond delay="0"/>
                                          </p:stCondLst>
                                        </p:cTn>
                                        <p:tgtEl>
                                          <p:spTgt spid="23"/>
                                        </p:tgtEl>
                                        <p:attrNameLst>
                                          <p:attrName>style.visibility</p:attrName>
                                        </p:attrNameLst>
                                      </p:cBhvr>
                                      <p:to>
                                        <p:strVal val="visible"/>
                                      </p:to>
                                    </p:set>
                                    <p:anim calcmode="lin" valueType="num">
                                      <p:cBhvr>
                                        <p:cTn id="38" dur="1000" fill="hold"/>
                                        <p:tgtEl>
                                          <p:spTgt spid="23"/>
                                        </p:tgtEl>
                                        <p:attrNameLst>
                                          <p:attrName>ppt_w</p:attrName>
                                        </p:attrNameLst>
                                      </p:cBhvr>
                                      <p:tavLst>
                                        <p:tav tm="0">
                                          <p:val>
                                            <p:fltVal val="0"/>
                                          </p:val>
                                        </p:tav>
                                        <p:tav tm="100000">
                                          <p:val>
                                            <p:strVal val="#ppt_w"/>
                                          </p:val>
                                        </p:tav>
                                      </p:tavLst>
                                    </p:anim>
                                    <p:anim calcmode="lin" valueType="num">
                                      <p:cBhvr>
                                        <p:cTn id="39" dur="1000" fill="hold"/>
                                        <p:tgtEl>
                                          <p:spTgt spid="23"/>
                                        </p:tgtEl>
                                        <p:attrNameLst>
                                          <p:attrName>ppt_h</p:attrName>
                                        </p:attrNameLst>
                                      </p:cBhvr>
                                      <p:tavLst>
                                        <p:tav tm="0">
                                          <p:val>
                                            <p:fltVal val="0"/>
                                          </p:val>
                                        </p:tav>
                                        <p:tav tm="100000">
                                          <p:val>
                                            <p:strVal val="#ppt_h"/>
                                          </p:val>
                                        </p:tav>
                                      </p:tavLst>
                                    </p:anim>
                                    <p:anim calcmode="lin" valueType="num">
                                      <p:cBhvr>
                                        <p:cTn id="40" dur="1000" fill="hold"/>
                                        <p:tgtEl>
                                          <p:spTgt spid="23"/>
                                        </p:tgtEl>
                                        <p:attrNameLst>
                                          <p:attrName>style.rotation</p:attrName>
                                        </p:attrNameLst>
                                      </p:cBhvr>
                                      <p:tavLst>
                                        <p:tav tm="0">
                                          <p:val>
                                            <p:fltVal val="90"/>
                                          </p:val>
                                        </p:tav>
                                        <p:tav tm="100000">
                                          <p:val>
                                            <p:fltVal val="0"/>
                                          </p:val>
                                        </p:tav>
                                      </p:tavLst>
                                    </p:anim>
                                    <p:animEffect transition="in" filter="fade">
                                      <p:cBhvr>
                                        <p:cTn id="41" dur="1000"/>
                                        <p:tgtEl>
                                          <p:spTgt spid="2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wipe(up)">
                                      <p:cBhvr>
                                        <p:cTn id="46" dur="500"/>
                                        <p:tgtEl>
                                          <p:spTgt spid="21"/>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wipe(left)">
                                      <p:cBhvr>
                                        <p:cTn id="51" dur="500"/>
                                        <p:tgtEl>
                                          <p:spTgt spid="22"/>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wipe(left)">
                                      <p:cBhvr>
                                        <p:cTn id="54" dur="500"/>
                                        <p:tgtEl>
                                          <p:spTgt spid="20"/>
                                        </p:tgtEl>
                                      </p:cBhvr>
                                    </p:animEffect>
                                  </p:childTnLst>
                                </p:cTn>
                              </p:par>
                            </p:childTnLst>
                          </p:cTn>
                        </p:par>
                      </p:childTnLst>
                    </p:cTn>
                  </p:par>
                  <p:par>
                    <p:cTn id="55" fill="hold">
                      <p:stCondLst>
                        <p:cond delay="indefinite"/>
                      </p:stCondLst>
                      <p:childTnLst>
                        <p:par>
                          <p:cTn id="56" fill="hold">
                            <p:stCondLst>
                              <p:cond delay="0"/>
                            </p:stCondLst>
                            <p:childTnLst>
                              <p:par>
                                <p:cTn id="57" presetID="31" presetClass="entr" presetSubtype="0" fill="hold" nodeType="clickEffect">
                                  <p:stCondLst>
                                    <p:cond delay="0"/>
                                  </p:stCondLst>
                                  <p:childTnLst>
                                    <p:set>
                                      <p:cBhvr>
                                        <p:cTn id="58" dur="1" fill="hold">
                                          <p:stCondLst>
                                            <p:cond delay="0"/>
                                          </p:stCondLst>
                                        </p:cTn>
                                        <p:tgtEl>
                                          <p:spTgt spid="32"/>
                                        </p:tgtEl>
                                        <p:attrNameLst>
                                          <p:attrName>style.visibility</p:attrName>
                                        </p:attrNameLst>
                                      </p:cBhvr>
                                      <p:to>
                                        <p:strVal val="visible"/>
                                      </p:to>
                                    </p:set>
                                    <p:anim calcmode="lin" valueType="num">
                                      <p:cBhvr>
                                        <p:cTn id="59" dur="1000" fill="hold"/>
                                        <p:tgtEl>
                                          <p:spTgt spid="32"/>
                                        </p:tgtEl>
                                        <p:attrNameLst>
                                          <p:attrName>ppt_w</p:attrName>
                                        </p:attrNameLst>
                                      </p:cBhvr>
                                      <p:tavLst>
                                        <p:tav tm="0">
                                          <p:val>
                                            <p:fltVal val="0"/>
                                          </p:val>
                                        </p:tav>
                                        <p:tav tm="100000">
                                          <p:val>
                                            <p:strVal val="#ppt_w"/>
                                          </p:val>
                                        </p:tav>
                                      </p:tavLst>
                                    </p:anim>
                                    <p:anim calcmode="lin" valueType="num">
                                      <p:cBhvr>
                                        <p:cTn id="60" dur="1000" fill="hold"/>
                                        <p:tgtEl>
                                          <p:spTgt spid="32"/>
                                        </p:tgtEl>
                                        <p:attrNameLst>
                                          <p:attrName>ppt_h</p:attrName>
                                        </p:attrNameLst>
                                      </p:cBhvr>
                                      <p:tavLst>
                                        <p:tav tm="0">
                                          <p:val>
                                            <p:fltVal val="0"/>
                                          </p:val>
                                        </p:tav>
                                        <p:tav tm="100000">
                                          <p:val>
                                            <p:strVal val="#ppt_h"/>
                                          </p:val>
                                        </p:tav>
                                      </p:tavLst>
                                    </p:anim>
                                    <p:anim calcmode="lin" valueType="num">
                                      <p:cBhvr>
                                        <p:cTn id="61" dur="1000" fill="hold"/>
                                        <p:tgtEl>
                                          <p:spTgt spid="32"/>
                                        </p:tgtEl>
                                        <p:attrNameLst>
                                          <p:attrName>style.rotation</p:attrName>
                                        </p:attrNameLst>
                                      </p:cBhvr>
                                      <p:tavLst>
                                        <p:tav tm="0">
                                          <p:val>
                                            <p:fltVal val="90"/>
                                          </p:val>
                                        </p:tav>
                                        <p:tav tm="100000">
                                          <p:val>
                                            <p:fltVal val="0"/>
                                          </p:val>
                                        </p:tav>
                                      </p:tavLst>
                                    </p:anim>
                                    <p:animEffect transition="in" filter="fade">
                                      <p:cBhvr>
                                        <p:cTn id="62" dur="1000"/>
                                        <p:tgtEl>
                                          <p:spTgt spid="3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wipe(up)">
                                      <p:cBhvr>
                                        <p:cTn id="67" dur="500"/>
                                        <p:tgtEl>
                                          <p:spTgt spid="2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wipe(left)">
                                      <p:cBhvr>
                                        <p:cTn id="72" dur="500"/>
                                        <p:tgtEl>
                                          <p:spTgt spid="25"/>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wipe(left)">
                                      <p:cBhvr>
                                        <p:cTn id="75" dur="500"/>
                                        <p:tgtEl>
                                          <p:spTgt spid="27"/>
                                        </p:tgtEl>
                                      </p:cBhvr>
                                    </p:animEffect>
                                  </p:childTnLst>
                                </p:cTn>
                              </p:par>
                            </p:childTnLst>
                          </p:cTn>
                        </p:par>
                      </p:childTnLst>
                    </p:cTn>
                  </p:par>
                  <p:par>
                    <p:cTn id="76" fill="hold">
                      <p:stCondLst>
                        <p:cond delay="indefinite"/>
                      </p:stCondLst>
                      <p:childTnLst>
                        <p:par>
                          <p:cTn id="77" fill="hold">
                            <p:stCondLst>
                              <p:cond delay="0"/>
                            </p:stCondLst>
                            <p:childTnLst>
                              <p:par>
                                <p:cTn id="78" presetID="31" presetClass="entr" presetSubtype="0" fill="hold" nodeType="clickEffect">
                                  <p:stCondLst>
                                    <p:cond delay="0"/>
                                  </p:stCondLst>
                                  <p:childTnLst>
                                    <p:set>
                                      <p:cBhvr>
                                        <p:cTn id="79" dur="1" fill="hold">
                                          <p:stCondLst>
                                            <p:cond delay="0"/>
                                          </p:stCondLst>
                                        </p:cTn>
                                        <p:tgtEl>
                                          <p:spTgt spid="33"/>
                                        </p:tgtEl>
                                        <p:attrNameLst>
                                          <p:attrName>style.visibility</p:attrName>
                                        </p:attrNameLst>
                                      </p:cBhvr>
                                      <p:to>
                                        <p:strVal val="visible"/>
                                      </p:to>
                                    </p:set>
                                    <p:anim calcmode="lin" valueType="num">
                                      <p:cBhvr>
                                        <p:cTn id="80" dur="1000" fill="hold"/>
                                        <p:tgtEl>
                                          <p:spTgt spid="33"/>
                                        </p:tgtEl>
                                        <p:attrNameLst>
                                          <p:attrName>ppt_w</p:attrName>
                                        </p:attrNameLst>
                                      </p:cBhvr>
                                      <p:tavLst>
                                        <p:tav tm="0">
                                          <p:val>
                                            <p:fltVal val="0"/>
                                          </p:val>
                                        </p:tav>
                                        <p:tav tm="100000">
                                          <p:val>
                                            <p:strVal val="#ppt_w"/>
                                          </p:val>
                                        </p:tav>
                                      </p:tavLst>
                                    </p:anim>
                                    <p:anim calcmode="lin" valueType="num">
                                      <p:cBhvr>
                                        <p:cTn id="81" dur="1000" fill="hold"/>
                                        <p:tgtEl>
                                          <p:spTgt spid="33"/>
                                        </p:tgtEl>
                                        <p:attrNameLst>
                                          <p:attrName>ppt_h</p:attrName>
                                        </p:attrNameLst>
                                      </p:cBhvr>
                                      <p:tavLst>
                                        <p:tav tm="0">
                                          <p:val>
                                            <p:fltVal val="0"/>
                                          </p:val>
                                        </p:tav>
                                        <p:tav tm="100000">
                                          <p:val>
                                            <p:strVal val="#ppt_h"/>
                                          </p:val>
                                        </p:tav>
                                      </p:tavLst>
                                    </p:anim>
                                    <p:anim calcmode="lin" valueType="num">
                                      <p:cBhvr>
                                        <p:cTn id="82" dur="1000" fill="hold"/>
                                        <p:tgtEl>
                                          <p:spTgt spid="33"/>
                                        </p:tgtEl>
                                        <p:attrNameLst>
                                          <p:attrName>style.rotation</p:attrName>
                                        </p:attrNameLst>
                                      </p:cBhvr>
                                      <p:tavLst>
                                        <p:tav tm="0">
                                          <p:val>
                                            <p:fltVal val="90"/>
                                          </p:val>
                                        </p:tav>
                                        <p:tav tm="100000">
                                          <p:val>
                                            <p:fltVal val="0"/>
                                          </p:val>
                                        </p:tav>
                                      </p:tavLst>
                                    </p:anim>
                                    <p:animEffect transition="in" filter="fade">
                                      <p:cBhvr>
                                        <p:cTn id="83" dur="1000"/>
                                        <p:tgtEl>
                                          <p:spTgt spid="33"/>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1" fill="hold" nodeType="click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wipe(up)">
                                      <p:cBhvr>
                                        <p:cTn id="88" dur="500"/>
                                        <p:tgtEl>
                                          <p:spTgt spid="29"/>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28"/>
                                        </p:tgtEl>
                                        <p:attrNameLst>
                                          <p:attrName>style.visibility</p:attrName>
                                        </p:attrNameLst>
                                      </p:cBhvr>
                                      <p:to>
                                        <p:strVal val="visible"/>
                                      </p:to>
                                    </p:set>
                                    <p:animEffect transition="in" filter="wipe(left)">
                                      <p:cBhvr>
                                        <p:cTn id="93" dur="500"/>
                                        <p:tgtEl>
                                          <p:spTgt spid="28"/>
                                        </p:tgtEl>
                                      </p:cBhvr>
                                    </p:animEffect>
                                  </p:childTnLst>
                                </p:cTn>
                              </p:par>
                              <p:par>
                                <p:cTn id="94" presetID="22" presetClass="entr" presetSubtype="8" fill="hold" grpId="0" nodeType="with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wipe(left)">
                                      <p:cBhvr>
                                        <p:cTn id="9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P spid="20" grpId="0"/>
      <p:bldP spid="22" grpId="0"/>
      <p:bldP spid="25" grpId="0"/>
      <p:bldP spid="27" grpId="0"/>
      <p:bldP spid="28" grpId="0"/>
      <p:bldP spid="30" grpId="0"/>
      <p:bldP spid="3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4"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cxnSp>
        <p:nvCxnSpPr>
          <p:cNvPr id="12" name="直接连接符 11">
            <a:extLst>
              <a:ext uri="{FF2B5EF4-FFF2-40B4-BE49-F238E27FC236}">
                <a16:creationId xmlns:a16="http://schemas.microsoft.com/office/drawing/2014/main" id="{08617EE3-24A8-4C8C-8540-523C6A833CA7}"/>
              </a:ext>
            </a:extLst>
          </p:cNvPr>
          <p:cNvCxnSpPr>
            <a:cxnSpLocks/>
          </p:cNvCxnSpPr>
          <p:nvPr/>
        </p:nvCxnSpPr>
        <p:spPr>
          <a:xfrm>
            <a:off x="2343066" y="3428997"/>
            <a:ext cx="7658184" cy="0"/>
          </a:xfrm>
          <a:prstGeom prst="line">
            <a:avLst/>
          </a:prstGeom>
          <a:ln w="38100">
            <a:solidFill>
              <a:schemeClr val="bg1">
                <a:lumMod val="85000"/>
              </a:schemeClr>
            </a:solidFill>
            <a:prstDash val="dashDot"/>
          </a:ln>
          <a:effectLst>
            <a:outerShdw blurRad="76200" sx="103000" sy="103000" algn="ctr" rotWithShape="0">
              <a:schemeClr val="bg1">
                <a:alpha val="36000"/>
              </a:schemeClr>
            </a:outerShdw>
          </a:effectLst>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51D24F2B-EE29-47E8-BE2A-FA779825003F}"/>
              </a:ext>
            </a:extLst>
          </p:cNvPr>
          <p:cNvSpPr txBox="1"/>
          <p:nvPr/>
        </p:nvSpPr>
        <p:spPr>
          <a:xfrm>
            <a:off x="2328562" y="612600"/>
            <a:ext cx="2103120" cy="2215991"/>
          </a:xfrm>
          <a:prstGeom prst="rect">
            <a:avLst/>
          </a:prstGeom>
          <a:noFill/>
        </p:spPr>
        <p:txBody>
          <a:bodyPr wrap="square" rtlCol="0">
            <a:spAutoFit/>
          </a:bodyPr>
          <a:lstStyle/>
          <a:p>
            <a:pPr algn="ctr"/>
            <a:r>
              <a:rPr lang="en-US" altLang="zh-CN" sz="13800" dirty="0">
                <a:solidFill>
                  <a:srgbClr val="00C2B9"/>
                </a:solidFill>
                <a:cs typeface="+mn-ea"/>
                <a:sym typeface="+mn-lt"/>
              </a:rPr>
              <a:t>N </a:t>
            </a:r>
            <a:endParaRPr lang="zh-CN" altLang="en-US" sz="13800" dirty="0">
              <a:solidFill>
                <a:srgbClr val="00C2B9"/>
              </a:solidFill>
              <a:cs typeface="+mn-ea"/>
              <a:sym typeface="+mn-lt"/>
            </a:endParaRPr>
          </a:p>
        </p:txBody>
      </p:sp>
      <p:sp>
        <p:nvSpPr>
          <p:cNvPr id="22" name="文本框 21">
            <a:extLst>
              <a:ext uri="{FF2B5EF4-FFF2-40B4-BE49-F238E27FC236}">
                <a16:creationId xmlns:a16="http://schemas.microsoft.com/office/drawing/2014/main" id="{751F99CE-651A-42C4-A1A6-345529D6977A}"/>
              </a:ext>
            </a:extLst>
          </p:cNvPr>
          <p:cNvSpPr txBox="1"/>
          <p:nvPr/>
        </p:nvSpPr>
        <p:spPr>
          <a:xfrm>
            <a:off x="7918187" y="3983741"/>
            <a:ext cx="1634490" cy="2215991"/>
          </a:xfrm>
          <a:prstGeom prst="rect">
            <a:avLst/>
          </a:prstGeom>
          <a:noFill/>
        </p:spPr>
        <p:txBody>
          <a:bodyPr wrap="square" rtlCol="0">
            <a:spAutoFit/>
          </a:bodyPr>
          <a:lstStyle>
            <a:defPPr>
              <a:defRPr lang="zh-CN"/>
            </a:defPPr>
            <a:lvl1pPr algn="ctr">
              <a:defRPr sz="13800">
                <a:solidFill>
                  <a:srgbClr val="00C2B9"/>
                </a:solidFill>
                <a:latin typeface="字魂5号-无外润黑体" panose="00000500000000000000" pitchFamily="2" charset="-122"/>
                <a:ea typeface="字魂5号-无外润黑体" panose="00000500000000000000" pitchFamily="2" charset="-122"/>
              </a:defRPr>
            </a:lvl1pPr>
          </a:lstStyle>
          <a:p>
            <a:r>
              <a:rPr lang="en-US" altLang="zh-CN" dirty="0">
                <a:solidFill>
                  <a:schemeClr val="bg1"/>
                </a:solidFill>
                <a:latin typeface="+mn-lt"/>
                <a:ea typeface="+mn-ea"/>
                <a:cs typeface="+mn-ea"/>
                <a:sym typeface="+mn-lt"/>
              </a:rPr>
              <a:t>1</a:t>
            </a:r>
            <a:endParaRPr lang="zh-CN" altLang="en-US" dirty="0">
              <a:solidFill>
                <a:schemeClr val="bg1"/>
              </a:solidFill>
              <a:latin typeface="+mn-lt"/>
              <a:ea typeface="+mn-ea"/>
              <a:cs typeface="+mn-ea"/>
              <a:sym typeface="+mn-lt"/>
            </a:endParaRPr>
          </a:p>
        </p:txBody>
      </p:sp>
      <p:grpSp>
        <p:nvGrpSpPr>
          <p:cNvPr id="30" name="组合 29">
            <a:extLst>
              <a:ext uri="{FF2B5EF4-FFF2-40B4-BE49-F238E27FC236}">
                <a16:creationId xmlns:a16="http://schemas.microsoft.com/office/drawing/2014/main" id="{BF7A8FA0-A4DC-4770-A36F-3F362E1FAD98}"/>
              </a:ext>
            </a:extLst>
          </p:cNvPr>
          <p:cNvGrpSpPr/>
          <p:nvPr/>
        </p:nvGrpSpPr>
        <p:grpSpPr>
          <a:xfrm>
            <a:off x="4218970" y="899649"/>
            <a:ext cx="3990748" cy="5058696"/>
            <a:chOff x="4084407" y="899652"/>
            <a:chExt cx="3990748" cy="5058696"/>
          </a:xfrm>
        </p:grpSpPr>
        <p:pic>
          <p:nvPicPr>
            <p:cNvPr id="8" name="图片 7">
              <a:extLst>
                <a:ext uri="{FF2B5EF4-FFF2-40B4-BE49-F238E27FC236}">
                  <a16:creationId xmlns:a16="http://schemas.microsoft.com/office/drawing/2014/main" id="{28AB8C9A-E036-4DEC-B26F-B9B580E0FE1B}"/>
                </a:ext>
              </a:extLst>
            </p:cNvPr>
            <p:cNvPicPr>
              <a:picLocks noChangeAspect="1"/>
            </p:cNvPicPr>
            <p:nvPr/>
          </p:nvPicPr>
          <p:blipFill rotWithShape="1">
            <a:blip r:embed="rId5" cstate="email">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a:ext>
              </a:extLst>
            </a:blip>
            <a:srcRect/>
            <a:stretch/>
          </p:blipFill>
          <p:spPr>
            <a:xfrm>
              <a:off x="4084407" y="899652"/>
              <a:ext cx="3990748" cy="5058696"/>
            </a:xfrm>
            <a:prstGeom prst="rect">
              <a:avLst/>
            </a:prstGeom>
            <a:effectLst>
              <a:softEdge rad="0"/>
            </a:effectLst>
          </p:spPr>
        </p:pic>
        <p:sp>
          <p:nvSpPr>
            <p:cNvPr id="29" name="矩形 28">
              <a:extLst>
                <a:ext uri="{FF2B5EF4-FFF2-40B4-BE49-F238E27FC236}">
                  <a16:creationId xmlns:a16="http://schemas.microsoft.com/office/drawing/2014/main" id="{DEEC0B85-B18B-4CF5-BC77-3C0FDDB5FB51}"/>
                </a:ext>
              </a:extLst>
            </p:cNvPr>
            <p:cNvSpPr/>
            <p:nvPr/>
          </p:nvSpPr>
          <p:spPr>
            <a:xfrm>
              <a:off x="4084407" y="899652"/>
              <a:ext cx="3990748" cy="5058691"/>
            </a:xfrm>
            <a:prstGeom prst="rect">
              <a:avLst/>
            </a:pr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5" name="文本框 24">
            <a:extLst>
              <a:ext uri="{FF2B5EF4-FFF2-40B4-BE49-F238E27FC236}">
                <a16:creationId xmlns:a16="http://schemas.microsoft.com/office/drawing/2014/main" id="{6C0FD423-EAAF-4CBA-A526-1C93E5A20A37}"/>
              </a:ext>
            </a:extLst>
          </p:cNvPr>
          <p:cNvSpPr txBox="1"/>
          <p:nvPr/>
        </p:nvSpPr>
        <p:spPr>
          <a:xfrm>
            <a:off x="3652794" y="1528136"/>
            <a:ext cx="2103120" cy="2215991"/>
          </a:xfrm>
          <a:prstGeom prst="rect">
            <a:avLst/>
          </a:prstGeom>
          <a:noFill/>
        </p:spPr>
        <p:txBody>
          <a:bodyPr wrap="square" rtlCol="0">
            <a:spAutoFit/>
          </a:bodyPr>
          <a:lstStyle/>
          <a:p>
            <a:pPr algn="ctr"/>
            <a:r>
              <a:rPr lang="en-US" altLang="zh-CN" sz="13800" dirty="0">
                <a:solidFill>
                  <a:schemeClr val="bg1"/>
                </a:solidFill>
                <a:cs typeface="+mn-ea"/>
                <a:sym typeface="+mn-lt"/>
              </a:rPr>
              <a:t>O</a:t>
            </a:r>
            <a:endParaRPr lang="zh-CN" altLang="en-US" sz="13800" dirty="0">
              <a:solidFill>
                <a:schemeClr val="bg1"/>
              </a:solidFill>
              <a:cs typeface="+mn-ea"/>
              <a:sym typeface="+mn-lt"/>
            </a:endParaRPr>
          </a:p>
        </p:txBody>
      </p:sp>
      <p:sp>
        <p:nvSpPr>
          <p:cNvPr id="28" name="文本框 27">
            <a:extLst>
              <a:ext uri="{FF2B5EF4-FFF2-40B4-BE49-F238E27FC236}">
                <a16:creationId xmlns:a16="http://schemas.microsoft.com/office/drawing/2014/main" id="{FE79445D-F886-4888-8809-9D975C1ABE0A}"/>
              </a:ext>
            </a:extLst>
          </p:cNvPr>
          <p:cNvSpPr txBox="1"/>
          <p:nvPr/>
        </p:nvSpPr>
        <p:spPr>
          <a:xfrm>
            <a:off x="6843569" y="3762646"/>
            <a:ext cx="1634490" cy="1862048"/>
          </a:xfrm>
          <a:prstGeom prst="rect">
            <a:avLst/>
          </a:prstGeom>
          <a:noFill/>
        </p:spPr>
        <p:txBody>
          <a:bodyPr wrap="square" rtlCol="0">
            <a:spAutoFit/>
          </a:bodyPr>
          <a:lstStyle>
            <a:defPPr>
              <a:defRPr lang="zh-CN"/>
            </a:defPPr>
            <a:lvl1pPr algn="ctr">
              <a:defRPr sz="11500">
                <a:solidFill>
                  <a:srgbClr val="00C2B9"/>
                </a:solidFill>
                <a:latin typeface="字魂36号-正文宋楷" panose="00000500000000000000" pitchFamily="2" charset="-122"/>
                <a:ea typeface="字魂36号-正文宋楷" panose="00000500000000000000" pitchFamily="2" charset="-122"/>
              </a:defRPr>
            </a:lvl1pPr>
          </a:lstStyle>
          <a:p>
            <a:r>
              <a:rPr lang="en-US" altLang="zh-CN" dirty="0">
                <a:latin typeface="+mn-lt"/>
                <a:ea typeface="+mn-ea"/>
                <a:cs typeface="+mn-ea"/>
                <a:sym typeface="+mn-lt"/>
              </a:rPr>
              <a:t>0</a:t>
            </a:r>
            <a:endParaRPr lang="zh-CN" altLang="en-US" dirty="0">
              <a:latin typeface="+mn-lt"/>
              <a:ea typeface="+mn-ea"/>
              <a:cs typeface="+mn-ea"/>
              <a:sym typeface="+mn-lt"/>
            </a:endParaRPr>
          </a:p>
        </p:txBody>
      </p:sp>
      <p:grpSp>
        <p:nvGrpSpPr>
          <p:cNvPr id="37" name="组合 36">
            <a:extLst>
              <a:ext uri="{FF2B5EF4-FFF2-40B4-BE49-F238E27FC236}">
                <a16:creationId xmlns:a16="http://schemas.microsoft.com/office/drawing/2014/main" id="{AD3AC619-7B6C-4B87-AFD6-C50FF7C50EAB}"/>
              </a:ext>
            </a:extLst>
          </p:cNvPr>
          <p:cNvGrpSpPr/>
          <p:nvPr/>
        </p:nvGrpSpPr>
        <p:grpSpPr>
          <a:xfrm>
            <a:off x="6633536" y="2000035"/>
            <a:ext cx="4787410" cy="946183"/>
            <a:chOff x="7594243" y="2110563"/>
            <a:chExt cx="3561056" cy="946183"/>
          </a:xfrm>
        </p:grpSpPr>
        <p:sp>
          <p:nvSpPr>
            <p:cNvPr id="31" name="矩形 30">
              <a:extLst>
                <a:ext uri="{FF2B5EF4-FFF2-40B4-BE49-F238E27FC236}">
                  <a16:creationId xmlns:a16="http://schemas.microsoft.com/office/drawing/2014/main" id="{63308667-C633-4A43-A48B-AA0BE4DA11FE}"/>
                </a:ext>
              </a:extLst>
            </p:cNvPr>
            <p:cNvSpPr/>
            <p:nvPr/>
          </p:nvSpPr>
          <p:spPr>
            <a:xfrm>
              <a:off x="7594243" y="2148810"/>
              <a:ext cx="3531870" cy="907936"/>
            </a:xfrm>
            <a:prstGeom prst="rect">
              <a:avLst/>
            </a:prstGeom>
            <a:solidFill>
              <a:schemeClr val="bg1">
                <a:lumMod val="75000"/>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矩形 23">
              <a:extLst>
                <a:ext uri="{FF2B5EF4-FFF2-40B4-BE49-F238E27FC236}">
                  <a16:creationId xmlns:a16="http://schemas.microsoft.com/office/drawing/2014/main" id="{5AA743AE-3425-49C8-8C8E-163B1FB41B61}"/>
                </a:ext>
              </a:extLst>
            </p:cNvPr>
            <p:cNvSpPr/>
            <p:nvPr/>
          </p:nvSpPr>
          <p:spPr>
            <a:xfrm>
              <a:off x="7623429" y="2110563"/>
              <a:ext cx="3531870" cy="923330"/>
            </a:xfrm>
            <a:prstGeom prst="rect">
              <a:avLst/>
            </a:prstGeom>
          </p:spPr>
          <p:txBody>
            <a:bodyPr wrap="square">
              <a:spAutoFit/>
            </a:bodyPr>
            <a:lstStyle/>
            <a:p>
              <a:pPr algn="ctr"/>
              <a:r>
                <a:rPr lang="en-US" altLang="zh-CN" sz="5400" dirty="0">
                  <a:solidFill>
                    <a:schemeClr val="bg1"/>
                  </a:solidFill>
                  <a:cs typeface="+mn-ea"/>
                  <a:sym typeface="+mn-lt"/>
                </a:rPr>
                <a:t>frontend</a:t>
              </a:r>
              <a:endParaRPr lang="zh-CN" altLang="en-US" sz="5400" dirty="0">
                <a:solidFill>
                  <a:schemeClr val="bg1"/>
                </a:solidFill>
                <a:cs typeface="+mn-ea"/>
                <a:sym typeface="+mn-lt"/>
              </a:endParaRPr>
            </a:p>
          </p:txBody>
        </p:sp>
      </p:grpSp>
    </p:spTree>
    <p:custDataLst>
      <p:tags r:id="rId1"/>
    </p:custDataLst>
    <p:extLst>
      <p:ext uri="{BB962C8B-B14F-4D97-AF65-F5344CB8AC3E}">
        <p14:creationId xmlns:p14="http://schemas.microsoft.com/office/powerpoint/2010/main" val="25693984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Tm="3806">
        <p15:prstTrans prst="crush"/>
      </p:transition>
    </mc:Choice>
    <mc:Fallback xmlns="">
      <p:transition spd="slow" advTm="380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arn(outHorizontal)">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outVertic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ppt_w</p:attrName>
                                        </p:attrNameLst>
                                      </p:cBhvr>
                                      <p:tavLst>
                                        <p:tav tm="0">
                                          <p:val>
                                            <p:fltVal val="0"/>
                                          </p:val>
                                        </p:tav>
                                        <p:tav tm="100000">
                                          <p:val>
                                            <p:strVal val="#ppt_w"/>
                                          </p:val>
                                        </p:tav>
                                      </p:tavLst>
                                    </p:anim>
                                    <p:anim calcmode="lin" valueType="num">
                                      <p:cBhvr>
                                        <p:cTn id="18" dur="500" fill="hold"/>
                                        <p:tgtEl>
                                          <p:spTgt spid="21"/>
                                        </p:tgtEl>
                                        <p:attrNameLst>
                                          <p:attrName>ppt_h</p:attrName>
                                        </p:attrNameLst>
                                      </p:cBhvr>
                                      <p:tavLst>
                                        <p:tav tm="0">
                                          <p:val>
                                            <p:fltVal val="0"/>
                                          </p:val>
                                        </p:tav>
                                        <p:tav tm="100000">
                                          <p:val>
                                            <p:strVal val="#ppt_h"/>
                                          </p:val>
                                        </p:tav>
                                      </p:tavLst>
                                    </p:anim>
                                    <p:animEffect transition="in" filter="fade">
                                      <p:cBhvr>
                                        <p:cTn id="19" dur="500"/>
                                        <p:tgtEl>
                                          <p:spTgt spid="2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 calcmode="lin" valueType="num">
                                      <p:cBhvr>
                                        <p:cTn id="22" dur="500" fill="hold"/>
                                        <p:tgtEl>
                                          <p:spTgt spid="25"/>
                                        </p:tgtEl>
                                        <p:attrNameLst>
                                          <p:attrName>ppt_w</p:attrName>
                                        </p:attrNameLst>
                                      </p:cBhvr>
                                      <p:tavLst>
                                        <p:tav tm="0">
                                          <p:val>
                                            <p:fltVal val="0"/>
                                          </p:val>
                                        </p:tav>
                                        <p:tav tm="100000">
                                          <p:val>
                                            <p:strVal val="#ppt_w"/>
                                          </p:val>
                                        </p:tav>
                                      </p:tavLst>
                                    </p:anim>
                                    <p:anim calcmode="lin" valueType="num">
                                      <p:cBhvr>
                                        <p:cTn id="23" dur="500" fill="hold"/>
                                        <p:tgtEl>
                                          <p:spTgt spid="25"/>
                                        </p:tgtEl>
                                        <p:attrNameLst>
                                          <p:attrName>ppt_h</p:attrName>
                                        </p:attrNameLst>
                                      </p:cBhvr>
                                      <p:tavLst>
                                        <p:tav tm="0">
                                          <p:val>
                                            <p:fltVal val="0"/>
                                          </p:val>
                                        </p:tav>
                                        <p:tav tm="100000">
                                          <p:val>
                                            <p:strVal val="#ppt_h"/>
                                          </p:val>
                                        </p:tav>
                                      </p:tavLst>
                                    </p:anim>
                                    <p:animEffect transition="in" filter="fade">
                                      <p:cBhvr>
                                        <p:cTn id="24" dur="500"/>
                                        <p:tgtEl>
                                          <p:spTgt spid="25"/>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 calcmode="lin" valueType="num">
                                      <p:cBhvr>
                                        <p:cTn id="29" dur="500" fill="hold"/>
                                        <p:tgtEl>
                                          <p:spTgt spid="28"/>
                                        </p:tgtEl>
                                        <p:attrNameLst>
                                          <p:attrName>ppt_w</p:attrName>
                                        </p:attrNameLst>
                                      </p:cBhvr>
                                      <p:tavLst>
                                        <p:tav tm="0">
                                          <p:val>
                                            <p:fltVal val="0"/>
                                          </p:val>
                                        </p:tav>
                                        <p:tav tm="100000">
                                          <p:val>
                                            <p:strVal val="#ppt_w"/>
                                          </p:val>
                                        </p:tav>
                                      </p:tavLst>
                                    </p:anim>
                                    <p:anim calcmode="lin" valueType="num">
                                      <p:cBhvr>
                                        <p:cTn id="30" dur="500" fill="hold"/>
                                        <p:tgtEl>
                                          <p:spTgt spid="28"/>
                                        </p:tgtEl>
                                        <p:attrNameLst>
                                          <p:attrName>ppt_h</p:attrName>
                                        </p:attrNameLst>
                                      </p:cBhvr>
                                      <p:tavLst>
                                        <p:tav tm="0">
                                          <p:val>
                                            <p:fltVal val="0"/>
                                          </p:val>
                                        </p:tav>
                                        <p:tav tm="100000">
                                          <p:val>
                                            <p:strVal val="#ppt_h"/>
                                          </p:val>
                                        </p:tav>
                                      </p:tavLst>
                                    </p:anim>
                                    <p:animEffect transition="in" filter="fade">
                                      <p:cBhvr>
                                        <p:cTn id="31" dur="500"/>
                                        <p:tgtEl>
                                          <p:spTgt spid="28"/>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 calcmode="lin" valueType="num">
                                      <p:cBhvr>
                                        <p:cTn id="34" dur="500" fill="hold"/>
                                        <p:tgtEl>
                                          <p:spTgt spid="22"/>
                                        </p:tgtEl>
                                        <p:attrNameLst>
                                          <p:attrName>ppt_w</p:attrName>
                                        </p:attrNameLst>
                                      </p:cBhvr>
                                      <p:tavLst>
                                        <p:tav tm="0">
                                          <p:val>
                                            <p:fltVal val="0"/>
                                          </p:val>
                                        </p:tav>
                                        <p:tav tm="100000">
                                          <p:val>
                                            <p:strVal val="#ppt_w"/>
                                          </p:val>
                                        </p:tav>
                                      </p:tavLst>
                                    </p:anim>
                                    <p:anim calcmode="lin" valueType="num">
                                      <p:cBhvr>
                                        <p:cTn id="35" dur="500" fill="hold"/>
                                        <p:tgtEl>
                                          <p:spTgt spid="22"/>
                                        </p:tgtEl>
                                        <p:attrNameLst>
                                          <p:attrName>ppt_h</p:attrName>
                                        </p:attrNameLst>
                                      </p:cBhvr>
                                      <p:tavLst>
                                        <p:tav tm="0">
                                          <p:val>
                                            <p:fltVal val="0"/>
                                          </p:val>
                                        </p:tav>
                                        <p:tav tm="100000">
                                          <p:val>
                                            <p:strVal val="#ppt_h"/>
                                          </p:val>
                                        </p:tav>
                                      </p:tavLst>
                                    </p:anim>
                                    <p:animEffect transition="in" filter="fade">
                                      <p:cBhvr>
                                        <p:cTn id="36" dur="5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wipe(left)">
                                      <p:cBhvr>
                                        <p:cTn id="4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5" grpId="0"/>
      <p:bldP spid="2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2B7DD99-E70E-4CC9-B4BA-8F9BAF447079}"/>
              </a:ext>
            </a:extLst>
          </p:cNvPr>
          <p:cNvPicPr>
            <a:picLocks noChangeAspect="1"/>
          </p:cNvPicPr>
          <p:nvPr/>
        </p:nvPicPr>
        <p:blipFill rotWithShape="1">
          <a:blip r:embed="rId5" cstate="email">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a:ext>
            </a:extLst>
          </a:blip>
          <a:srcRect/>
          <a:stretch/>
        </p:blipFill>
        <p:spPr>
          <a:xfrm>
            <a:off x="0" y="2357437"/>
            <a:ext cx="12191999" cy="2143125"/>
          </a:xfrm>
          <a:prstGeom prst="rect">
            <a:avLst/>
          </a:prstGeom>
        </p:spPr>
      </p:pic>
      <p:sp>
        <p:nvSpPr>
          <p:cNvPr id="4" name="文本框 3">
            <a:extLst>
              <a:ext uri="{FF2B5EF4-FFF2-40B4-BE49-F238E27FC236}">
                <a16:creationId xmlns:a16="http://schemas.microsoft.com/office/drawing/2014/main" id="{A5C38305-8F91-4964-8864-D7D424DB360A}"/>
              </a:ext>
            </a:extLst>
          </p:cNvPr>
          <p:cNvSpPr txBox="1"/>
          <p:nvPr/>
        </p:nvSpPr>
        <p:spPr>
          <a:xfrm>
            <a:off x="642260" y="230284"/>
            <a:ext cx="2551105" cy="584775"/>
          </a:xfrm>
          <a:prstGeom prst="rect">
            <a:avLst/>
          </a:prstGeom>
          <a:noFill/>
        </p:spPr>
        <p:txBody>
          <a:bodyPr wrap="square" rtlCol="0">
            <a:spAutoFit/>
          </a:bodyPr>
          <a:lstStyle/>
          <a:p>
            <a:r>
              <a:rPr lang="en-US" altLang="zh-CN" sz="3200" dirty="0">
                <a:solidFill>
                  <a:schemeClr val="bg1"/>
                </a:solidFill>
                <a:cs typeface="+mn-ea"/>
                <a:sym typeface="+mn-lt"/>
              </a:rPr>
              <a:t>UI design</a:t>
            </a:r>
            <a:endParaRPr lang="zh-CN" altLang="en-US" sz="3200" dirty="0">
              <a:solidFill>
                <a:schemeClr val="bg1"/>
              </a:solidFill>
              <a:cs typeface="+mn-ea"/>
              <a:sym typeface="+mn-lt"/>
            </a:endParaRPr>
          </a:p>
        </p:txBody>
      </p:sp>
      <p:grpSp>
        <p:nvGrpSpPr>
          <p:cNvPr id="11" name="组合 10">
            <a:extLst>
              <a:ext uri="{FF2B5EF4-FFF2-40B4-BE49-F238E27FC236}">
                <a16:creationId xmlns:a16="http://schemas.microsoft.com/office/drawing/2014/main" id="{66F1569E-3D19-4B5A-A0CF-367999AD558B}"/>
              </a:ext>
            </a:extLst>
          </p:cNvPr>
          <p:cNvGrpSpPr/>
          <p:nvPr/>
        </p:nvGrpSpPr>
        <p:grpSpPr>
          <a:xfrm>
            <a:off x="6942362" y="327987"/>
            <a:ext cx="647700" cy="647700"/>
            <a:chOff x="6942363" y="327987"/>
            <a:chExt cx="647700" cy="647700"/>
          </a:xfrm>
        </p:grpSpPr>
        <p:sp>
          <p:nvSpPr>
            <p:cNvPr id="7" name="椭圆 6">
              <a:extLst>
                <a:ext uri="{FF2B5EF4-FFF2-40B4-BE49-F238E27FC236}">
                  <a16:creationId xmlns:a16="http://schemas.microsoft.com/office/drawing/2014/main" id="{CEFC534C-58D1-4645-9176-B0FCA0261B14}"/>
                </a:ext>
              </a:extLst>
            </p:cNvPr>
            <p:cNvSpPr/>
            <p:nvPr/>
          </p:nvSpPr>
          <p:spPr>
            <a:xfrm>
              <a:off x="6942363" y="327987"/>
              <a:ext cx="647700" cy="647700"/>
            </a:xfrm>
            <a:prstGeom prst="ellipse">
              <a:avLst/>
            </a:prstGeom>
            <a:noFill/>
            <a:ln w="22225">
              <a:solidFill>
                <a:schemeClr val="bg1"/>
              </a:solidFill>
            </a:ln>
            <a:effectLst>
              <a:outerShdw blurRad="63500" sx="102000" sy="102000" algn="ct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0" name="图片 9">
              <a:extLst>
                <a:ext uri="{FF2B5EF4-FFF2-40B4-BE49-F238E27FC236}">
                  <a16:creationId xmlns:a16="http://schemas.microsoft.com/office/drawing/2014/main" id="{9F503375-3CC3-42E1-A643-38314A3BA4E2}"/>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7094920" y="457410"/>
              <a:ext cx="342585" cy="388854"/>
            </a:xfrm>
            <a:prstGeom prst="rect">
              <a:avLst/>
            </a:prstGeom>
          </p:spPr>
        </p:pic>
      </p:grpSp>
      <p:sp>
        <p:nvSpPr>
          <p:cNvPr id="13" name="矩形 12">
            <a:extLst>
              <a:ext uri="{FF2B5EF4-FFF2-40B4-BE49-F238E27FC236}">
                <a16:creationId xmlns:a16="http://schemas.microsoft.com/office/drawing/2014/main" id="{DE32816B-EFDE-4D03-A73C-CC72C5F5E5ED}"/>
              </a:ext>
            </a:extLst>
          </p:cNvPr>
          <p:cNvSpPr/>
          <p:nvPr/>
        </p:nvSpPr>
        <p:spPr>
          <a:xfrm>
            <a:off x="6231877" y="1154283"/>
            <a:ext cx="2068668" cy="874407"/>
          </a:xfrm>
          <a:prstGeom prst="rect">
            <a:avLst/>
          </a:prstGeom>
        </p:spPr>
        <p:txBody>
          <a:bodyPr wrap="square">
            <a:spAutoFit/>
          </a:bodyPr>
          <a:lstStyle/>
          <a:p>
            <a:pPr algn="ctr">
              <a:lnSpc>
                <a:spcPct val="150000"/>
              </a:lnSpc>
            </a:pPr>
            <a:r>
              <a:rPr lang="en-US" altLang="zh-CN" dirty="0">
                <a:solidFill>
                  <a:schemeClr val="bg1"/>
                </a:solidFill>
                <a:cs typeface="+mn-ea"/>
                <a:sym typeface="+mn-lt"/>
              </a:rPr>
              <a:t>HTML used for front end</a:t>
            </a:r>
          </a:p>
        </p:txBody>
      </p:sp>
      <p:grpSp>
        <p:nvGrpSpPr>
          <p:cNvPr id="15" name="组合 14">
            <a:extLst>
              <a:ext uri="{FF2B5EF4-FFF2-40B4-BE49-F238E27FC236}">
                <a16:creationId xmlns:a16="http://schemas.microsoft.com/office/drawing/2014/main" id="{7F80ACD2-3C82-4D88-9869-B4BF4964C7D0}"/>
              </a:ext>
            </a:extLst>
          </p:cNvPr>
          <p:cNvGrpSpPr/>
          <p:nvPr/>
        </p:nvGrpSpPr>
        <p:grpSpPr>
          <a:xfrm>
            <a:off x="9616248" y="327987"/>
            <a:ext cx="647700" cy="647700"/>
            <a:chOff x="9616248" y="327987"/>
            <a:chExt cx="647700" cy="647700"/>
          </a:xfrm>
        </p:grpSpPr>
        <p:sp>
          <p:nvSpPr>
            <p:cNvPr id="8" name="椭圆 7">
              <a:extLst>
                <a:ext uri="{FF2B5EF4-FFF2-40B4-BE49-F238E27FC236}">
                  <a16:creationId xmlns:a16="http://schemas.microsoft.com/office/drawing/2014/main" id="{98FAA9BA-2F0C-4331-A67D-47632BCBC328}"/>
                </a:ext>
              </a:extLst>
            </p:cNvPr>
            <p:cNvSpPr/>
            <p:nvPr/>
          </p:nvSpPr>
          <p:spPr>
            <a:xfrm>
              <a:off x="9616248" y="327987"/>
              <a:ext cx="647700" cy="647700"/>
            </a:xfrm>
            <a:prstGeom prst="ellipse">
              <a:avLst/>
            </a:prstGeom>
            <a:noFill/>
            <a:ln w="22225">
              <a:solidFill>
                <a:schemeClr val="bg1"/>
              </a:solidFill>
            </a:ln>
            <a:effectLst>
              <a:outerShdw blurRad="63500" sx="102000" sy="102000" algn="ct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4" name="图片 13">
              <a:extLst>
                <a:ext uri="{FF2B5EF4-FFF2-40B4-BE49-F238E27FC236}">
                  <a16:creationId xmlns:a16="http://schemas.microsoft.com/office/drawing/2014/main" id="{92DCCD9C-FA3D-444B-BA6B-85C2273925C0}"/>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9797700" y="470229"/>
              <a:ext cx="284795" cy="376035"/>
            </a:xfrm>
            <a:prstGeom prst="rect">
              <a:avLst/>
            </a:prstGeom>
          </p:spPr>
        </p:pic>
      </p:grpSp>
      <p:sp>
        <p:nvSpPr>
          <p:cNvPr id="16" name="矩形 15">
            <a:extLst>
              <a:ext uri="{FF2B5EF4-FFF2-40B4-BE49-F238E27FC236}">
                <a16:creationId xmlns:a16="http://schemas.microsoft.com/office/drawing/2014/main" id="{43DF0D9D-CA79-4CF7-A8EC-02EA298339AA}"/>
              </a:ext>
            </a:extLst>
          </p:cNvPr>
          <p:cNvSpPr/>
          <p:nvPr/>
        </p:nvSpPr>
        <p:spPr>
          <a:xfrm>
            <a:off x="8905763" y="1154283"/>
            <a:ext cx="2068668" cy="874407"/>
          </a:xfrm>
          <a:prstGeom prst="rect">
            <a:avLst/>
          </a:prstGeom>
        </p:spPr>
        <p:txBody>
          <a:bodyPr wrap="square">
            <a:spAutoFit/>
          </a:bodyPr>
          <a:lstStyle/>
          <a:p>
            <a:pPr algn="ctr">
              <a:lnSpc>
                <a:spcPct val="150000"/>
              </a:lnSpc>
            </a:pPr>
            <a:r>
              <a:rPr lang="en-US" altLang="zh-CN" dirty="0">
                <a:solidFill>
                  <a:schemeClr val="bg1"/>
                </a:solidFill>
                <a:cs typeface="+mn-ea"/>
                <a:sym typeface="+mn-lt"/>
              </a:rPr>
              <a:t>CSS is used for front end</a:t>
            </a:r>
          </a:p>
        </p:txBody>
      </p:sp>
      <p:grpSp>
        <p:nvGrpSpPr>
          <p:cNvPr id="20" name="组合 19">
            <a:extLst>
              <a:ext uri="{FF2B5EF4-FFF2-40B4-BE49-F238E27FC236}">
                <a16:creationId xmlns:a16="http://schemas.microsoft.com/office/drawing/2014/main" id="{9D24B8BF-78D4-4A6A-9EDA-E24463B8E8D3}"/>
              </a:ext>
            </a:extLst>
          </p:cNvPr>
          <p:cNvGrpSpPr/>
          <p:nvPr/>
        </p:nvGrpSpPr>
        <p:grpSpPr>
          <a:xfrm>
            <a:off x="886751" y="4864487"/>
            <a:ext cx="647700" cy="647700"/>
            <a:chOff x="1604202" y="4794147"/>
            <a:chExt cx="647700" cy="647700"/>
          </a:xfrm>
        </p:grpSpPr>
        <p:sp>
          <p:nvSpPr>
            <p:cNvPr id="17" name="椭圆 16">
              <a:extLst>
                <a:ext uri="{FF2B5EF4-FFF2-40B4-BE49-F238E27FC236}">
                  <a16:creationId xmlns:a16="http://schemas.microsoft.com/office/drawing/2014/main" id="{28C99EE2-C870-4657-AE93-606C31B2F156}"/>
                </a:ext>
              </a:extLst>
            </p:cNvPr>
            <p:cNvSpPr/>
            <p:nvPr/>
          </p:nvSpPr>
          <p:spPr>
            <a:xfrm>
              <a:off x="1604202" y="4794147"/>
              <a:ext cx="647700" cy="647700"/>
            </a:xfrm>
            <a:prstGeom prst="ellipse">
              <a:avLst/>
            </a:prstGeom>
            <a:noFill/>
            <a:ln w="22225">
              <a:solidFill>
                <a:schemeClr val="bg1"/>
              </a:solidFill>
            </a:ln>
            <a:effectLst>
              <a:outerShdw blurRad="63500" sx="102000" sy="102000" algn="ct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9" name="图片 18">
              <a:extLst>
                <a:ext uri="{FF2B5EF4-FFF2-40B4-BE49-F238E27FC236}">
                  <a16:creationId xmlns:a16="http://schemas.microsoft.com/office/drawing/2014/main" id="{4CEA79ED-F685-4323-ABEA-5CEAFD87C93F}"/>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768215" y="4983280"/>
              <a:ext cx="319674" cy="318190"/>
            </a:xfrm>
            <a:prstGeom prst="rect">
              <a:avLst/>
            </a:prstGeom>
            <a:ln>
              <a:noFill/>
            </a:ln>
          </p:spPr>
        </p:pic>
      </p:grpSp>
      <p:sp>
        <p:nvSpPr>
          <p:cNvPr id="22" name="矩形 21">
            <a:extLst>
              <a:ext uri="{FF2B5EF4-FFF2-40B4-BE49-F238E27FC236}">
                <a16:creationId xmlns:a16="http://schemas.microsoft.com/office/drawing/2014/main" id="{F5999AEB-CE91-47BE-8BDE-4F5BCB747ED3}"/>
              </a:ext>
            </a:extLst>
          </p:cNvPr>
          <p:cNvSpPr/>
          <p:nvPr/>
        </p:nvSpPr>
        <p:spPr>
          <a:xfrm>
            <a:off x="1896933" y="4835484"/>
            <a:ext cx="8655956" cy="458908"/>
          </a:xfrm>
          <a:prstGeom prst="rect">
            <a:avLst/>
          </a:prstGeom>
          <a:noFill/>
        </p:spPr>
        <p:txBody>
          <a:bodyPr wrap="square" rtlCol="0">
            <a:spAutoFit/>
          </a:bodyPr>
          <a:lstStyle/>
          <a:p>
            <a:pPr indent="457200">
              <a:lnSpc>
                <a:spcPct val="150000"/>
              </a:lnSpc>
            </a:pPr>
            <a:r>
              <a:rPr lang="en-US" altLang="zh-CN" dirty="0">
                <a:solidFill>
                  <a:schemeClr val="bg1"/>
                </a:solidFill>
                <a:cs typeface="+mn-ea"/>
                <a:sym typeface="+mn-lt"/>
              </a:rPr>
              <a:t>The idea of the interface in to help user get familiar with the app</a:t>
            </a:r>
            <a:endParaRPr lang="zh-CN" altLang="en-US" dirty="0">
              <a:solidFill>
                <a:schemeClr val="bg1"/>
              </a:solidFill>
              <a:cs typeface="+mn-ea"/>
              <a:sym typeface="+mn-lt"/>
            </a:endParaRPr>
          </a:p>
        </p:txBody>
      </p:sp>
      <p:grpSp>
        <p:nvGrpSpPr>
          <p:cNvPr id="24" name="组合 23">
            <a:extLst>
              <a:ext uri="{FF2B5EF4-FFF2-40B4-BE49-F238E27FC236}">
                <a16:creationId xmlns:a16="http://schemas.microsoft.com/office/drawing/2014/main" id="{1C0E2CB3-2399-452F-9492-BE692D4E0710}"/>
              </a:ext>
            </a:extLst>
          </p:cNvPr>
          <p:cNvGrpSpPr/>
          <p:nvPr/>
        </p:nvGrpSpPr>
        <p:grpSpPr>
          <a:xfrm>
            <a:off x="1941832" y="5868596"/>
            <a:ext cx="647700" cy="647700"/>
            <a:chOff x="1604202" y="5784188"/>
            <a:chExt cx="647700" cy="647700"/>
          </a:xfrm>
        </p:grpSpPr>
        <p:sp>
          <p:nvSpPr>
            <p:cNvPr id="18" name="椭圆 17">
              <a:extLst>
                <a:ext uri="{FF2B5EF4-FFF2-40B4-BE49-F238E27FC236}">
                  <a16:creationId xmlns:a16="http://schemas.microsoft.com/office/drawing/2014/main" id="{0D2B8134-ECE5-4F33-9040-F494E92BE340}"/>
                </a:ext>
              </a:extLst>
            </p:cNvPr>
            <p:cNvSpPr/>
            <p:nvPr/>
          </p:nvSpPr>
          <p:spPr>
            <a:xfrm>
              <a:off x="1604202" y="5784188"/>
              <a:ext cx="647700" cy="647700"/>
            </a:xfrm>
            <a:prstGeom prst="ellipse">
              <a:avLst/>
            </a:prstGeom>
            <a:noFill/>
            <a:ln w="22225">
              <a:solidFill>
                <a:schemeClr val="bg1"/>
              </a:solidFill>
            </a:ln>
            <a:effectLst>
              <a:outerShdw blurRad="63500" sx="102000" sy="102000" algn="ct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3" name="图片 22">
              <a:extLst>
                <a:ext uri="{FF2B5EF4-FFF2-40B4-BE49-F238E27FC236}">
                  <a16:creationId xmlns:a16="http://schemas.microsoft.com/office/drawing/2014/main" id="{02CEB751-7AD1-4B0C-B5E3-74AB6D94171E}"/>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768215" y="5892296"/>
              <a:ext cx="376392" cy="431484"/>
            </a:xfrm>
            <a:prstGeom prst="rect">
              <a:avLst/>
            </a:prstGeom>
          </p:spPr>
        </p:pic>
      </p:grpSp>
      <p:sp>
        <p:nvSpPr>
          <p:cNvPr id="25" name="矩形 24">
            <a:extLst>
              <a:ext uri="{FF2B5EF4-FFF2-40B4-BE49-F238E27FC236}">
                <a16:creationId xmlns:a16="http://schemas.microsoft.com/office/drawing/2014/main" id="{3FF8854A-3B60-4134-B48E-8A31F84D8690}"/>
              </a:ext>
            </a:extLst>
          </p:cNvPr>
          <p:cNvSpPr/>
          <p:nvPr/>
        </p:nvSpPr>
        <p:spPr>
          <a:xfrm>
            <a:off x="2952014" y="5819840"/>
            <a:ext cx="8655956" cy="874407"/>
          </a:xfrm>
          <a:prstGeom prst="rect">
            <a:avLst/>
          </a:prstGeom>
          <a:noFill/>
        </p:spPr>
        <p:txBody>
          <a:bodyPr wrap="square" rtlCol="0">
            <a:spAutoFit/>
          </a:bodyPr>
          <a:lstStyle/>
          <a:p>
            <a:pPr indent="457200">
              <a:lnSpc>
                <a:spcPct val="150000"/>
              </a:lnSpc>
            </a:pPr>
            <a:r>
              <a:rPr lang="en-US" altLang="zh-CN" dirty="0">
                <a:solidFill>
                  <a:schemeClr val="bg1"/>
                </a:solidFill>
                <a:cs typeface="+mn-ea"/>
                <a:sym typeface="+mn-lt"/>
              </a:rPr>
              <a:t>Some alert should be given if user wrongly use some button and put in invalid value </a:t>
            </a:r>
            <a:endParaRPr lang="zh-CN" altLang="en-US" dirty="0">
              <a:solidFill>
                <a:schemeClr val="bg1"/>
              </a:solidFill>
              <a:cs typeface="+mn-ea"/>
              <a:sym typeface="+mn-lt"/>
            </a:endParaRPr>
          </a:p>
        </p:txBody>
      </p:sp>
    </p:spTree>
    <p:custDataLst>
      <p:tags r:id="rId1"/>
    </p:custDataLst>
    <p:extLst>
      <p:ext uri="{BB962C8B-B14F-4D97-AF65-F5344CB8AC3E}">
        <p14:creationId xmlns:p14="http://schemas.microsoft.com/office/powerpoint/2010/main" val="1071563749"/>
      </p:ext>
    </p:extLst>
  </p:cSld>
  <p:clrMapOvr>
    <a:masterClrMapping/>
  </p:clrMapOvr>
  <mc:AlternateContent xmlns:mc="http://schemas.openxmlformats.org/markup-compatibility/2006" xmlns:p14="http://schemas.microsoft.com/office/powerpoint/2010/main">
    <mc:Choice Requires="p14">
      <p:transition spd="slow" p14:dur="3000" advTm="10701">
        <p14:shred/>
      </p:transition>
    </mc:Choice>
    <mc:Fallback xmlns="">
      <p:transition spd="slow" advTm="1070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animEffect transition="in" filter="fade">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1000"/>
                                        <p:tgtEl>
                                          <p:spTgt spid="13"/>
                                        </p:tgtEl>
                                      </p:cBhvr>
                                    </p:animEffect>
                                    <p:anim calcmode="lin" valueType="num">
                                      <p:cBhvr>
                                        <p:cTn id="27" dur="1000" fill="hold"/>
                                        <p:tgtEl>
                                          <p:spTgt spid="13"/>
                                        </p:tgtEl>
                                        <p:attrNameLst>
                                          <p:attrName>ppt_x</p:attrName>
                                        </p:attrNameLst>
                                      </p:cBhvr>
                                      <p:tavLst>
                                        <p:tav tm="0">
                                          <p:val>
                                            <p:strVal val="#ppt_x"/>
                                          </p:val>
                                        </p:tav>
                                        <p:tav tm="100000">
                                          <p:val>
                                            <p:strVal val="#ppt_x"/>
                                          </p:val>
                                        </p:tav>
                                      </p:tavLst>
                                    </p:anim>
                                    <p:anim calcmode="lin" valueType="num">
                                      <p:cBhvr>
                                        <p:cTn id="2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p:cTn id="33" dur="500" fill="hold"/>
                                        <p:tgtEl>
                                          <p:spTgt spid="15"/>
                                        </p:tgtEl>
                                        <p:attrNameLst>
                                          <p:attrName>ppt_w</p:attrName>
                                        </p:attrNameLst>
                                      </p:cBhvr>
                                      <p:tavLst>
                                        <p:tav tm="0">
                                          <p:val>
                                            <p:fltVal val="0"/>
                                          </p:val>
                                        </p:tav>
                                        <p:tav tm="100000">
                                          <p:val>
                                            <p:strVal val="#ppt_w"/>
                                          </p:val>
                                        </p:tav>
                                      </p:tavLst>
                                    </p:anim>
                                    <p:anim calcmode="lin" valueType="num">
                                      <p:cBhvr>
                                        <p:cTn id="34" dur="500" fill="hold"/>
                                        <p:tgtEl>
                                          <p:spTgt spid="15"/>
                                        </p:tgtEl>
                                        <p:attrNameLst>
                                          <p:attrName>ppt_h</p:attrName>
                                        </p:attrNameLst>
                                      </p:cBhvr>
                                      <p:tavLst>
                                        <p:tav tm="0">
                                          <p:val>
                                            <p:fltVal val="0"/>
                                          </p:val>
                                        </p:tav>
                                        <p:tav tm="100000">
                                          <p:val>
                                            <p:strVal val="#ppt_h"/>
                                          </p:val>
                                        </p:tav>
                                      </p:tavLst>
                                    </p:anim>
                                    <p:animEffect transition="in" filter="fade">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1000"/>
                                        <p:tgtEl>
                                          <p:spTgt spid="16"/>
                                        </p:tgtEl>
                                      </p:cBhvr>
                                    </p:animEffect>
                                    <p:anim calcmode="lin" valueType="num">
                                      <p:cBhvr>
                                        <p:cTn id="41" dur="1000" fill="hold"/>
                                        <p:tgtEl>
                                          <p:spTgt spid="16"/>
                                        </p:tgtEl>
                                        <p:attrNameLst>
                                          <p:attrName>ppt_x</p:attrName>
                                        </p:attrNameLst>
                                      </p:cBhvr>
                                      <p:tavLst>
                                        <p:tav tm="0">
                                          <p:val>
                                            <p:strVal val="#ppt_x"/>
                                          </p:val>
                                        </p:tav>
                                        <p:tav tm="100000">
                                          <p:val>
                                            <p:strVal val="#ppt_x"/>
                                          </p:val>
                                        </p:tav>
                                      </p:tavLst>
                                    </p:anim>
                                    <p:anim calcmode="lin" valueType="num">
                                      <p:cBhvr>
                                        <p:cTn id="42"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 calcmode="lin" valueType="num">
                                      <p:cBhvr>
                                        <p:cTn id="47" dur="500" fill="hold"/>
                                        <p:tgtEl>
                                          <p:spTgt spid="20"/>
                                        </p:tgtEl>
                                        <p:attrNameLst>
                                          <p:attrName>ppt_w</p:attrName>
                                        </p:attrNameLst>
                                      </p:cBhvr>
                                      <p:tavLst>
                                        <p:tav tm="0">
                                          <p:val>
                                            <p:fltVal val="0"/>
                                          </p:val>
                                        </p:tav>
                                        <p:tav tm="100000">
                                          <p:val>
                                            <p:strVal val="#ppt_w"/>
                                          </p:val>
                                        </p:tav>
                                      </p:tavLst>
                                    </p:anim>
                                    <p:anim calcmode="lin" valueType="num">
                                      <p:cBhvr>
                                        <p:cTn id="48" dur="500" fill="hold"/>
                                        <p:tgtEl>
                                          <p:spTgt spid="20"/>
                                        </p:tgtEl>
                                        <p:attrNameLst>
                                          <p:attrName>ppt_h</p:attrName>
                                        </p:attrNameLst>
                                      </p:cBhvr>
                                      <p:tavLst>
                                        <p:tav tm="0">
                                          <p:val>
                                            <p:fltVal val="0"/>
                                          </p:val>
                                        </p:tav>
                                        <p:tav tm="100000">
                                          <p:val>
                                            <p:strVal val="#ppt_h"/>
                                          </p:val>
                                        </p:tav>
                                      </p:tavLst>
                                    </p:anim>
                                    <p:animEffect transition="in" filter="fade">
                                      <p:cBhvr>
                                        <p:cTn id="49" dur="5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2" fill="hold" grpId="0" nodeType="clickEffect">
                                  <p:stCondLst>
                                    <p:cond delay="0"/>
                                  </p:stCondLst>
                                  <p:childTnLst>
                                    <p:set>
                                      <p:cBhvr>
                                        <p:cTn id="53" dur="1" fill="hold">
                                          <p:stCondLst>
                                            <p:cond delay="0"/>
                                          </p:stCondLst>
                                        </p:cTn>
                                        <p:tgtEl>
                                          <p:spTgt spid="22"/>
                                        </p:tgtEl>
                                        <p:attrNameLst>
                                          <p:attrName>style.visibility</p:attrName>
                                        </p:attrNameLst>
                                      </p:cBhvr>
                                      <p:to>
                                        <p:strVal val="visible"/>
                                      </p:to>
                                    </p:set>
                                    <p:anim calcmode="lin" valueType="num">
                                      <p:cBhvr additive="base">
                                        <p:cTn id="54" dur="1500" fill="hold"/>
                                        <p:tgtEl>
                                          <p:spTgt spid="22"/>
                                        </p:tgtEl>
                                        <p:attrNameLst>
                                          <p:attrName>ppt_x</p:attrName>
                                        </p:attrNameLst>
                                      </p:cBhvr>
                                      <p:tavLst>
                                        <p:tav tm="0">
                                          <p:val>
                                            <p:strVal val="1+#ppt_w/2"/>
                                          </p:val>
                                        </p:tav>
                                        <p:tav tm="100000">
                                          <p:val>
                                            <p:strVal val="#ppt_x"/>
                                          </p:val>
                                        </p:tav>
                                      </p:tavLst>
                                    </p:anim>
                                    <p:anim calcmode="lin" valueType="num">
                                      <p:cBhvr additive="base">
                                        <p:cTn id="55" dur="1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nodeType="clickEffect">
                                  <p:stCondLst>
                                    <p:cond delay="0"/>
                                  </p:stCondLst>
                                  <p:childTnLst>
                                    <p:set>
                                      <p:cBhvr>
                                        <p:cTn id="59" dur="1" fill="hold">
                                          <p:stCondLst>
                                            <p:cond delay="0"/>
                                          </p:stCondLst>
                                        </p:cTn>
                                        <p:tgtEl>
                                          <p:spTgt spid="24"/>
                                        </p:tgtEl>
                                        <p:attrNameLst>
                                          <p:attrName>style.visibility</p:attrName>
                                        </p:attrNameLst>
                                      </p:cBhvr>
                                      <p:to>
                                        <p:strVal val="visible"/>
                                      </p:to>
                                    </p:set>
                                    <p:anim calcmode="lin" valueType="num">
                                      <p:cBhvr>
                                        <p:cTn id="60" dur="500" fill="hold"/>
                                        <p:tgtEl>
                                          <p:spTgt spid="24"/>
                                        </p:tgtEl>
                                        <p:attrNameLst>
                                          <p:attrName>ppt_w</p:attrName>
                                        </p:attrNameLst>
                                      </p:cBhvr>
                                      <p:tavLst>
                                        <p:tav tm="0">
                                          <p:val>
                                            <p:fltVal val="0"/>
                                          </p:val>
                                        </p:tav>
                                        <p:tav tm="100000">
                                          <p:val>
                                            <p:strVal val="#ppt_w"/>
                                          </p:val>
                                        </p:tav>
                                      </p:tavLst>
                                    </p:anim>
                                    <p:anim calcmode="lin" valueType="num">
                                      <p:cBhvr>
                                        <p:cTn id="61" dur="500" fill="hold"/>
                                        <p:tgtEl>
                                          <p:spTgt spid="24"/>
                                        </p:tgtEl>
                                        <p:attrNameLst>
                                          <p:attrName>ppt_h</p:attrName>
                                        </p:attrNameLst>
                                      </p:cBhvr>
                                      <p:tavLst>
                                        <p:tav tm="0">
                                          <p:val>
                                            <p:fltVal val="0"/>
                                          </p:val>
                                        </p:tav>
                                        <p:tav tm="100000">
                                          <p:val>
                                            <p:strVal val="#ppt_h"/>
                                          </p:val>
                                        </p:tav>
                                      </p:tavLst>
                                    </p:anim>
                                    <p:animEffect transition="in" filter="fade">
                                      <p:cBhvr>
                                        <p:cTn id="62" dur="500"/>
                                        <p:tgtEl>
                                          <p:spTgt spid="24"/>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25"/>
                                        </p:tgtEl>
                                        <p:attrNameLst>
                                          <p:attrName>style.visibility</p:attrName>
                                        </p:attrNameLst>
                                      </p:cBhvr>
                                      <p:to>
                                        <p:strVal val="visible"/>
                                      </p:to>
                                    </p:set>
                                    <p:anim calcmode="lin" valueType="num">
                                      <p:cBhvr additive="base">
                                        <p:cTn id="67" dur="1500" fill="hold"/>
                                        <p:tgtEl>
                                          <p:spTgt spid="25"/>
                                        </p:tgtEl>
                                        <p:attrNameLst>
                                          <p:attrName>ppt_x</p:attrName>
                                        </p:attrNameLst>
                                      </p:cBhvr>
                                      <p:tavLst>
                                        <p:tav tm="0">
                                          <p:val>
                                            <p:strVal val="1+#ppt_w/2"/>
                                          </p:val>
                                        </p:tav>
                                        <p:tav tm="100000">
                                          <p:val>
                                            <p:strVal val="#ppt_x"/>
                                          </p:val>
                                        </p:tav>
                                      </p:tavLst>
                                    </p:anim>
                                    <p:anim calcmode="lin" valueType="num">
                                      <p:cBhvr additive="base">
                                        <p:cTn id="68" dur="15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P spid="16" grpId="0"/>
      <p:bldP spid="22" grpId="0"/>
      <p:bldP spid="25"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4"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3C0AD4F2-3351-4EE2-93FF-62D30B5B4B69}"/>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290284" y="7551058"/>
            <a:ext cx="12192000" cy="6858000"/>
          </a:xfrm>
          <a:prstGeom prst="rect">
            <a:avLst/>
          </a:prstGeom>
        </p:spPr>
      </p:pic>
      <p:cxnSp>
        <p:nvCxnSpPr>
          <p:cNvPr id="12" name="直接连接符 11">
            <a:extLst>
              <a:ext uri="{FF2B5EF4-FFF2-40B4-BE49-F238E27FC236}">
                <a16:creationId xmlns:a16="http://schemas.microsoft.com/office/drawing/2014/main" id="{08617EE3-24A8-4C8C-8540-523C6A833CA7}"/>
              </a:ext>
            </a:extLst>
          </p:cNvPr>
          <p:cNvCxnSpPr>
            <a:cxnSpLocks/>
          </p:cNvCxnSpPr>
          <p:nvPr/>
        </p:nvCxnSpPr>
        <p:spPr>
          <a:xfrm>
            <a:off x="2343066" y="3428997"/>
            <a:ext cx="7658184" cy="0"/>
          </a:xfrm>
          <a:prstGeom prst="line">
            <a:avLst/>
          </a:prstGeom>
          <a:ln w="38100">
            <a:solidFill>
              <a:schemeClr val="bg1">
                <a:lumMod val="85000"/>
              </a:schemeClr>
            </a:solidFill>
            <a:prstDash val="dashDot"/>
          </a:ln>
          <a:effectLst>
            <a:outerShdw blurRad="76200" sx="103000" sy="103000" algn="ctr" rotWithShape="0">
              <a:schemeClr val="bg1">
                <a:alpha val="36000"/>
              </a:schemeClr>
            </a:outerShdw>
          </a:effectLst>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51D24F2B-EE29-47E8-BE2A-FA779825003F}"/>
              </a:ext>
            </a:extLst>
          </p:cNvPr>
          <p:cNvSpPr txBox="1"/>
          <p:nvPr/>
        </p:nvSpPr>
        <p:spPr>
          <a:xfrm>
            <a:off x="2328562" y="612600"/>
            <a:ext cx="2103120" cy="2215991"/>
          </a:xfrm>
          <a:prstGeom prst="rect">
            <a:avLst/>
          </a:prstGeom>
          <a:noFill/>
        </p:spPr>
        <p:txBody>
          <a:bodyPr wrap="square" rtlCol="0">
            <a:spAutoFit/>
          </a:bodyPr>
          <a:lstStyle/>
          <a:p>
            <a:pPr algn="ctr"/>
            <a:r>
              <a:rPr lang="en-US" altLang="zh-CN" sz="13800" dirty="0">
                <a:solidFill>
                  <a:srgbClr val="00C2B9"/>
                </a:solidFill>
                <a:cs typeface="+mn-ea"/>
                <a:sym typeface="+mn-lt"/>
              </a:rPr>
              <a:t>N </a:t>
            </a:r>
            <a:endParaRPr lang="zh-CN" altLang="en-US" sz="13800" dirty="0">
              <a:solidFill>
                <a:srgbClr val="00C2B9"/>
              </a:solidFill>
              <a:cs typeface="+mn-ea"/>
              <a:sym typeface="+mn-lt"/>
            </a:endParaRPr>
          </a:p>
        </p:txBody>
      </p:sp>
      <p:sp>
        <p:nvSpPr>
          <p:cNvPr id="22" name="文本框 21">
            <a:extLst>
              <a:ext uri="{FF2B5EF4-FFF2-40B4-BE49-F238E27FC236}">
                <a16:creationId xmlns:a16="http://schemas.microsoft.com/office/drawing/2014/main" id="{751F99CE-651A-42C4-A1A6-345529D6977A}"/>
              </a:ext>
            </a:extLst>
          </p:cNvPr>
          <p:cNvSpPr txBox="1"/>
          <p:nvPr/>
        </p:nvSpPr>
        <p:spPr>
          <a:xfrm>
            <a:off x="7960373" y="3968567"/>
            <a:ext cx="1634490" cy="2215991"/>
          </a:xfrm>
          <a:prstGeom prst="rect">
            <a:avLst/>
          </a:prstGeom>
          <a:noFill/>
        </p:spPr>
        <p:txBody>
          <a:bodyPr wrap="square" rtlCol="0">
            <a:spAutoFit/>
          </a:bodyPr>
          <a:lstStyle>
            <a:defPPr>
              <a:defRPr lang="zh-CN"/>
            </a:defPPr>
            <a:lvl1pPr algn="ctr">
              <a:defRPr sz="13800">
                <a:solidFill>
                  <a:srgbClr val="00C2B9"/>
                </a:solidFill>
                <a:latin typeface="字魂5号-无外润黑体" panose="00000500000000000000" pitchFamily="2" charset="-122"/>
                <a:ea typeface="字魂5号-无外润黑体" panose="00000500000000000000" pitchFamily="2" charset="-122"/>
              </a:defRPr>
            </a:lvl1pPr>
          </a:lstStyle>
          <a:p>
            <a:r>
              <a:rPr lang="en-US" altLang="zh-CN" dirty="0">
                <a:solidFill>
                  <a:schemeClr val="bg1"/>
                </a:solidFill>
                <a:latin typeface="+mn-lt"/>
                <a:ea typeface="+mn-ea"/>
                <a:cs typeface="+mn-ea"/>
                <a:sym typeface="+mn-lt"/>
              </a:rPr>
              <a:t>2</a:t>
            </a:r>
            <a:endParaRPr lang="zh-CN" altLang="en-US" dirty="0">
              <a:solidFill>
                <a:schemeClr val="bg1"/>
              </a:solidFill>
              <a:latin typeface="+mn-lt"/>
              <a:ea typeface="+mn-ea"/>
              <a:cs typeface="+mn-ea"/>
              <a:sym typeface="+mn-lt"/>
            </a:endParaRPr>
          </a:p>
        </p:txBody>
      </p:sp>
      <p:grpSp>
        <p:nvGrpSpPr>
          <p:cNvPr id="30" name="组合 29">
            <a:extLst>
              <a:ext uri="{FF2B5EF4-FFF2-40B4-BE49-F238E27FC236}">
                <a16:creationId xmlns:a16="http://schemas.microsoft.com/office/drawing/2014/main" id="{BF7A8FA0-A4DC-4770-A36F-3F362E1FAD98}"/>
              </a:ext>
            </a:extLst>
          </p:cNvPr>
          <p:cNvGrpSpPr/>
          <p:nvPr/>
        </p:nvGrpSpPr>
        <p:grpSpPr>
          <a:xfrm>
            <a:off x="4218970" y="899649"/>
            <a:ext cx="3990748" cy="5058696"/>
            <a:chOff x="4084407" y="899652"/>
            <a:chExt cx="3990748" cy="5058696"/>
          </a:xfrm>
        </p:grpSpPr>
        <p:pic>
          <p:nvPicPr>
            <p:cNvPr id="8" name="图片 7">
              <a:extLst>
                <a:ext uri="{FF2B5EF4-FFF2-40B4-BE49-F238E27FC236}">
                  <a16:creationId xmlns:a16="http://schemas.microsoft.com/office/drawing/2014/main" id="{28AB8C9A-E036-4DEC-B26F-B9B580E0FE1B}"/>
                </a:ext>
              </a:extLst>
            </p:cNvPr>
            <p:cNvPicPr>
              <a:picLocks noChangeAspect="1"/>
            </p:cNvPicPr>
            <p:nvPr/>
          </p:nvPicPr>
          <p:blipFill rotWithShape="1">
            <a:blip r:embed="rId6" cstate="email">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a:ext>
              </a:extLst>
            </a:blip>
            <a:srcRect/>
            <a:stretch/>
          </p:blipFill>
          <p:spPr>
            <a:xfrm>
              <a:off x="4084407" y="899652"/>
              <a:ext cx="3990748" cy="5058696"/>
            </a:xfrm>
            <a:prstGeom prst="rect">
              <a:avLst/>
            </a:prstGeom>
            <a:effectLst>
              <a:softEdge rad="0"/>
            </a:effectLst>
          </p:spPr>
        </p:pic>
        <p:sp>
          <p:nvSpPr>
            <p:cNvPr id="29" name="矩形 28">
              <a:extLst>
                <a:ext uri="{FF2B5EF4-FFF2-40B4-BE49-F238E27FC236}">
                  <a16:creationId xmlns:a16="http://schemas.microsoft.com/office/drawing/2014/main" id="{DEEC0B85-B18B-4CF5-BC77-3C0FDDB5FB51}"/>
                </a:ext>
              </a:extLst>
            </p:cNvPr>
            <p:cNvSpPr/>
            <p:nvPr/>
          </p:nvSpPr>
          <p:spPr>
            <a:xfrm>
              <a:off x="4084407" y="899652"/>
              <a:ext cx="3990748" cy="5058691"/>
            </a:xfrm>
            <a:prstGeom prst="rect">
              <a:avLst/>
            </a:pr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5" name="文本框 24">
            <a:extLst>
              <a:ext uri="{FF2B5EF4-FFF2-40B4-BE49-F238E27FC236}">
                <a16:creationId xmlns:a16="http://schemas.microsoft.com/office/drawing/2014/main" id="{6C0FD423-EAAF-4CBA-A526-1C93E5A20A37}"/>
              </a:ext>
            </a:extLst>
          </p:cNvPr>
          <p:cNvSpPr txBox="1"/>
          <p:nvPr/>
        </p:nvSpPr>
        <p:spPr>
          <a:xfrm>
            <a:off x="3652794" y="1528136"/>
            <a:ext cx="2103120" cy="2215991"/>
          </a:xfrm>
          <a:prstGeom prst="rect">
            <a:avLst/>
          </a:prstGeom>
          <a:noFill/>
        </p:spPr>
        <p:txBody>
          <a:bodyPr wrap="square" rtlCol="0">
            <a:spAutoFit/>
          </a:bodyPr>
          <a:lstStyle/>
          <a:p>
            <a:pPr algn="ctr"/>
            <a:r>
              <a:rPr lang="en-US" altLang="zh-CN" sz="13800" dirty="0">
                <a:solidFill>
                  <a:schemeClr val="bg1"/>
                </a:solidFill>
                <a:cs typeface="+mn-ea"/>
                <a:sym typeface="+mn-lt"/>
              </a:rPr>
              <a:t>O</a:t>
            </a:r>
            <a:endParaRPr lang="zh-CN" altLang="en-US" sz="13800" dirty="0">
              <a:solidFill>
                <a:schemeClr val="bg1"/>
              </a:solidFill>
              <a:cs typeface="+mn-ea"/>
              <a:sym typeface="+mn-lt"/>
            </a:endParaRPr>
          </a:p>
        </p:txBody>
      </p:sp>
      <p:sp>
        <p:nvSpPr>
          <p:cNvPr id="28" name="文本框 27">
            <a:extLst>
              <a:ext uri="{FF2B5EF4-FFF2-40B4-BE49-F238E27FC236}">
                <a16:creationId xmlns:a16="http://schemas.microsoft.com/office/drawing/2014/main" id="{FE79445D-F886-4888-8809-9D975C1ABE0A}"/>
              </a:ext>
            </a:extLst>
          </p:cNvPr>
          <p:cNvSpPr txBox="1"/>
          <p:nvPr/>
        </p:nvSpPr>
        <p:spPr>
          <a:xfrm>
            <a:off x="6843569" y="3762646"/>
            <a:ext cx="1634490" cy="1862048"/>
          </a:xfrm>
          <a:prstGeom prst="rect">
            <a:avLst/>
          </a:prstGeom>
          <a:noFill/>
        </p:spPr>
        <p:txBody>
          <a:bodyPr wrap="square" rtlCol="0">
            <a:spAutoFit/>
          </a:bodyPr>
          <a:lstStyle>
            <a:defPPr>
              <a:defRPr lang="zh-CN"/>
            </a:defPPr>
            <a:lvl1pPr algn="ctr">
              <a:defRPr sz="11500">
                <a:solidFill>
                  <a:srgbClr val="00C2B9"/>
                </a:solidFill>
                <a:latin typeface="字魂36号-正文宋楷" panose="00000500000000000000" pitchFamily="2" charset="-122"/>
                <a:ea typeface="字魂36号-正文宋楷" panose="00000500000000000000" pitchFamily="2" charset="-122"/>
              </a:defRPr>
            </a:lvl1pPr>
          </a:lstStyle>
          <a:p>
            <a:r>
              <a:rPr lang="en-US" altLang="zh-CN" dirty="0">
                <a:latin typeface="+mn-lt"/>
                <a:ea typeface="+mn-ea"/>
                <a:cs typeface="+mn-ea"/>
                <a:sym typeface="+mn-lt"/>
              </a:rPr>
              <a:t>0</a:t>
            </a:r>
            <a:endParaRPr lang="zh-CN" altLang="en-US" dirty="0">
              <a:latin typeface="+mn-lt"/>
              <a:ea typeface="+mn-ea"/>
              <a:cs typeface="+mn-ea"/>
              <a:sym typeface="+mn-lt"/>
            </a:endParaRPr>
          </a:p>
        </p:txBody>
      </p:sp>
      <p:grpSp>
        <p:nvGrpSpPr>
          <p:cNvPr id="37" name="组合 36">
            <a:extLst>
              <a:ext uri="{FF2B5EF4-FFF2-40B4-BE49-F238E27FC236}">
                <a16:creationId xmlns:a16="http://schemas.microsoft.com/office/drawing/2014/main" id="{AD3AC619-7B6C-4B87-AFD6-C50FF7C50EAB}"/>
              </a:ext>
            </a:extLst>
          </p:cNvPr>
          <p:cNvGrpSpPr/>
          <p:nvPr/>
        </p:nvGrpSpPr>
        <p:grpSpPr>
          <a:xfrm>
            <a:off x="6633536" y="2000035"/>
            <a:ext cx="4787410" cy="1446550"/>
            <a:chOff x="7594243" y="2110563"/>
            <a:chExt cx="3561056" cy="1446550"/>
          </a:xfrm>
        </p:grpSpPr>
        <p:sp>
          <p:nvSpPr>
            <p:cNvPr id="31" name="矩形 30">
              <a:extLst>
                <a:ext uri="{FF2B5EF4-FFF2-40B4-BE49-F238E27FC236}">
                  <a16:creationId xmlns:a16="http://schemas.microsoft.com/office/drawing/2014/main" id="{63308667-C633-4A43-A48B-AA0BE4DA11FE}"/>
                </a:ext>
              </a:extLst>
            </p:cNvPr>
            <p:cNvSpPr/>
            <p:nvPr/>
          </p:nvSpPr>
          <p:spPr>
            <a:xfrm>
              <a:off x="7594243" y="2148810"/>
              <a:ext cx="3531870" cy="907936"/>
            </a:xfrm>
            <a:prstGeom prst="rect">
              <a:avLst/>
            </a:prstGeom>
            <a:solidFill>
              <a:schemeClr val="bg1">
                <a:lumMod val="75000"/>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矩形 23">
              <a:extLst>
                <a:ext uri="{FF2B5EF4-FFF2-40B4-BE49-F238E27FC236}">
                  <a16:creationId xmlns:a16="http://schemas.microsoft.com/office/drawing/2014/main" id="{5AA743AE-3425-49C8-8C8E-163B1FB41B61}"/>
                </a:ext>
              </a:extLst>
            </p:cNvPr>
            <p:cNvSpPr/>
            <p:nvPr/>
          </p:nvSpPr>
          <p:spPr>
            <a:xfrm>
              <a:off x="7623429" y="2110563"/>
              <a:ext cx="3531870" cy="1446550"/>
            </a:xfrm>
            <a:prstGeom prst="rect">
              <a:avLst/>
            </a:prstGeom>
          </p:spPr>
          <p:txBody>
            <a:bodyPr wrap="square">
              <a:spAutoFit/>
            </a:bodyPr>
            <a:lstStyle/>
            <a:p>
              <a:pPr algn="ctr"/>
              <a:r>
                <a:rPr lang="en-US" altLang="zh-CN" sz="4400" dirty="0">
                  <a:solidFill>
                    <a:schemeClr val="bg1"/>
                  </a:solidFill>
                  <a:cs typeface="+mn-ea"/>
                  <a:sym typeface="+mn-lt"/>
                </a:rPr>
                <a:t>Pathfinding and data storing</a:t>
              </a:r>
              <a:endParaRPr lang="zh-CN" altLang="en-US" sz="4400" dirty="0">
                <a:solidFill>
                  <a:schemeClr val="bg1"/>
                </a:solidFill>
                <a:cs typeface="+mn-ea"/>
                <a:sym typeface="+mn-lt"/>
              </a:endParaRPr>
            </a:p>
          </p:txBody>
        </p:sp>
      </p:grpSp>
    </p:spTree>
    <p:custDataLst>
      <p:tags r:id="rId1"/>
    </p:custDataLst>
    <p:extLst>
      <p:ext uri="{BB962C8B-B14F-4D97-AF65-F5344CB8AC3E}">
        <p14:creationId xmlns:p14="http://schemas.microsoft.com/office/powerpoint/2010/main" val="4169243289"/>
      </p:ext>
    </p:extLst>
  </p:cSld>
  <p:clrMapOvr>
    <a:masterClrMapping/>
  </p:clrMapOvr>
  <mc:AlternateContent xmlns:mc="http://schemas.openxmlformats.org/markup-compatibility/2006" xmlns:p14="http://schemas.microsoft.com/office/powerpoint/2010/main">
    <mc:Choice Requires="p14">
      <p:transition spd="slow" p14:dur="2500" advTm="3895">
        <p:checker/>
      </p:transition>
    </mc:Choice>
    <mc:Fallback xmlns="">
      <p:transition spd="slow" advTm="3895">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arn(outHorizontal)">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outVertic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ppt_w</p:attrName>
                                        </p:attrNameLst>
                                      </p:cBhvr>
                                      <p:tavLst>
                                        <p:tav tm="0">
                                          <p:val>
                                            <p:fltVal val="0"/>
                                          </p:val>
                                        </p:tav>
                                        <p:tav tm="100000">
                                          <p:val>
                                            <p:strVal val="#ppt_w"/>
                                          </p:val>
                                        </p:tav>
                                      </p:tavLst>
                                    </p:anim>
                                    <p:anim calcmode="lin" valueType="num">
                                      <p:cBhvr>
                                        <p:cTn id="18" dur="500" fill="hold"/>
                                        <p:tgtEl>
                                          <p:spTgt spid="21"/>
                                        </p:tgtEl>
                                        <p:attrNameLst>
                                          <p:attrName>ppt_h</p:attrName>
                                        </p:attrNameLst>
                                      </p:cBhvr>
                                      <p:tavLst>
                                        <p:tav tm="0">
                                          <p:val>
                                            <p:fltVal val="0"/>
                                          </p:val>
                                        </p:tav>
                                        <p:tav tm="100000">
                                          <p:val>
                                            <p:strVal val="#ppt_h"/>
                                          </p:val>
                                        </p:tav>
                                      </p:tavLst>
                                    </p:anim>
                                    <p:animEffect transition="in" filter="fade">
                                      <p:cBhvr>
                                        <p:cTn id="19" dur="500"/>
                                        <p:tgtEl>
                                          <p:spTgt spid="2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 calcmode="lin" valueType="num">
                                      <p:cBhvr>
                                        <p:cTn id="22" dur="500" fill="hold"/>
                                        <p:tgtEl>
                                          <p:spTgt spid="25"/>
                                        </p:tgtEl>
                                        <p:attrNameLst>
                                          <p:attrName>ppt_w</p:attrName>
                                        </p:attrNameLst>
                                      </p:cBhvr>
                                      <p:tavLst>
                                        <p:tav tm="0">
                                          <p:val>
                                            <p:fltVal val="0"/>
                                          </p:val>
                                        </p:tav>
                                        <p:tav tm="100000">
                                          <p:val>
                                            <p:strVal val="#ppt_w"/>
                                          </p:val>
                                        </p:tav>
                                      </p:tavLst>
                                    </p:anim>
                                    <p:anim calcmode="lin" valueType="num">
                                      <p:cBhvr>
                                        <p:cTn id="23" dur="500" fill="hold"/>
                                        <p:tgtEl>
                                          <p:spTgt spid="25"/>
                                        </p:tgtEl>
                                        <p:attrNameLst>
                                          <p:attrName>ppt_h</p:attrName>
                                        </p:attrNameLst>
                                      </p:cBhvr>
                                      <p:tavLst>
                                        <p:tav tm="0">
                                          <p:val>
                                            <p:fltVal val="0"/>
                                          </p:val>
                                        </p:tav>
                                        <p:tav tm="100000">
                                          <p:val>
                                            <p:strVal val="#ppt_h"/>
                                          </p:val>
                                        </p:tav>
                                      </p:tavLst>
                                    </p:anim>
                                    <p:animEffect transition="in" filter="fade">
                                      <p:cBhvr>
                                        <p:cTn id="24" dur="500"/>
                                        <p:tgtEl>
                                          <p:spTgt spid="25"/>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 calcmode="lin" valueType="num">
                                      <p:cBhvr>
                                        <p:cTn id="29" dur="500" fill="hold"/>
                                        <p:tgtEl>
                                          <p:spTgt spid="28"/>
                                        </p:tgtEl>
                                        <p:attrNameLst>
                                          <p:attrName>ppt_w</p:attrName>
                                        </p:attrNameLst>
                                      </p:cBhvr>
                                      <p:tavLst>
                                        <p:tav tm="0">
                                          <p:val>
                                            <p:fltVal val="0"/>
                                          </p:val>
                                        </p:tav>
                                        <p:tav tm="100000">
                                          <p:val>
                                            <p:strVal val="#ppt_w"/>
                                          </p:val>
                                        </p:tav>
                                      </p:tavLst>
                                    </p:anim>
                                    <p:anim calcmode="lin" valueType="num">
                                      <p:cBhvr>
                                        <p:cTn id="30" dur="500" fill="hold"/>
                                        <p:tgtEl>
                                          <p:spTgt spid="28"/>
                                        </p:tgtEl>
                                        <p:attrNameLst>
                                          <p:attrName>ppt_h</p:attrName>
                                        </p:attrNameLst>
                                      </p:cBhvr>
                                      <p:tavLst>
                                        <p:tav tm="0">
                                          <p:val>
                                            <p:fltVal val="0"/>
                                          </p:val>
                                        </p:tav>
                                        <p:tav tm="100000">
                                          <p:val>
                                            <p:strVal val="#ppt_h"/>
                                          </p:val>
                                        </p:tav>
                                      </p:tavLst>
                                    </p:anim>
                                    <p:animEffect transition="in" filter="fade">
                                      <p:cBhvr>
                                        <p:cTn id="31" dur="500"/>
                                        <p:tgtEl>
                                          <p:spTgt spid="28"/>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 calcmode="lin" valueType="num">
                                      <p:cBhvr>
                                        <p:cTn id="34" dur="500" fill="hold"/>
                                        <p:tgtEl>
                                          <p:spTgt spid="22"/>
                                        </p:tgtEl>
                                        <p:attrNameLst>
                                          <p:attrName>ppt_w</p:attrName>
                                        </p:attrNameLst>
                                      </p:cBhvr>
                                      <p:tavLst>
                                        <p:tav tm="0">
                                          <p:val>
                                            <p:fltVal val="0"/>
                                          </p:val>
                                        </p:tav>
                                        <p:tav tm="100000">
                                          <p:val>
                                            <p:strVal val="#ppt_w"/>
                                          </p:val>
                                        </p:tav>
                                      </p:tavLst>
                                    </p:anim>
                                    <p:anim calcmode="lin" valueType="num">
                                      <p:cBhvr>
                                        <p:cTn id="35" dur="500" fill="hold"/>
                                        <p:tgtEl>
                                          <p:spTgt spid="22"/>
                                        </p:tgtEl>
                                        <p:attrNameLst>
                                          <p:attrName>ppt_h</p:attrName>
                                        </p:attrNameLst>
                                      </p:cBhvr>
                                      <p:tavLst>
                                        <p:tav tm="0">
                                          <p:val>
                                            <p:fltVal val="0"/>
                                          </p:val>
                                        </p:tav>
                                        <p:tav tm="100000">
                                          <p:val>
                                            <p:strVal val="#ppt_h"/>
                                          </p:val>
                                        </p:tav>
                                      </p:tavLst>
                                    </p:anim>
                                    <p:animEffect transition="in" filter="fade">
                                      <p:cBhvr>
                                        <p:cTn id="36" dur="5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wipe(left)">
                                      <p:cBhvr>
                                        <p:cTn id="4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5" grpId="0"/>
      <p:bldP spid="28"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21B7C8A6-3FBD-4775-AB4B-E6F522D5B7CA}"/>
              </a:ext>
            </a:extLst>
          </p:cNvPr>
          <p:cNvSpPr txBox="1"/>
          <p:nvPr/>
        </p:nvSpPr>
        <p:spPr>
          <a:xfrm>
            <a:off x="411327" y="1526269"/>
            <a:ext cx="4004272" cy="3785652"/>
          </a:xfrm>
          <a:prstGeom prst="rect">
            <a:avLst/>
          </a:prstGeom>
          <a:noFill/>
        </p:spPr>
        <p:txBody>
          <a:bodyPr wrap="square" rtlCol="0">
            <a:spAutoFit/>
          </a:bodyPr>
          <a:lstStyle/>
          <a:p>
            <a:r>
              <a:rPr lang="en-US" altLang="zh-CN" sz="2400" dirty="0">
                <a:solidFill>
                  <a:schemeClr val="bg1"/>
                </a:solidFill>
                <a:cs typeface="+mn-ea"/>
                <a:sym typeface="+mn-lt"/>
              </a:rPr>
              <a:t>1.Dijkstra algorithm</a:t>
            </a:r>
          </a:p>
          <a:p>
            <a:endParaRPr lang="en-US" altLang="zh-CN" sz="2400" dirty="0">
              <a:solidFill>
                <a:schemeClr val="bg1"/>
              </a:solidFill>
              <a:cs typeface="+mn-ea"/>
              <a:sym typeface="+mn-lt"/>
            </a:endParaRPr>
          </a:p>
          <a:p>
            <a:r>
              <a:rPr lang="en-US" altLang="zh-CN" sz="2400" dirty="0">
                <a:solidFill>
                  <a:schemeClr val="bg1"/>
                </a:solidFill>
                <a:cs typeface="+mn-ea"/>
                <a:sym typeface="+mn-lt"/>
              </a:rPr>
              <a:t>2.Do Dijkstra separately in different floors and combine them</a:t>
            </a:r>
          </a:p>
          <a:p>
            <a:endParaRPr lang="en-US" altLang="zh-CN" sz="2400" dirty="0">
              <a:solidFill>
                <a:schemeClr val="bg1"/>
              </a:solidFill>
              <a:cs typeface="+mn-ea"/>
              <a:sym typeface="+mn-lt"/>
            </a:endParaRPr>
          </a:p>
          <a:p>
            <a:r>
              <a:rPr lang="en-US" altLang="zh-CN" sz="2400" dirty="0">
                <a:solidFill>
                  <a:schemeClr val="bg1"/>
                </a:solidFill>
                <a:cs typeface="+mn-ea"/>
                <a:sym typeface="+mn-lt"/>
              </a:rPr>
              <a:t>3. Send the output of pathfinding to </a:t>
            </a:r>
            <a:r>
              <a:rPr lang="en-US" altLang="zh-CN" sz="2400" dirty="0" err="1">
                <a:solidFill>
                  <a:schemeClr val="bg1"/>
                </a:solidFill>
                <a:cs typeface="+mn-ea"/>
                <a:sym typeface="+mn-lt"/>
              </a:rPr>
              <a:t>js</a:t>
            </a:r>
            <a:r>
              <a:rPr lang="en-US" altLang="zh-CN" sz="2400" dirty="0">
                <a:solidFill>
                  <a:schemeClr val="bg1"/>
                </a:solidFill>
                <a:cs typeface="+mn-ea"/>
                <a:sym typeface="+mn-lt"/>
              </a:rPr>
              <a:t> code function which draw that specific path </a:t>
            </a:r>
          </a:p>
        </p:txBody>
      </p:sp>
      <p:sp>
        <p:nvSpPr>
          <p:cNvPr id="13" name="文本框 12">
            <a:extLst>
              <a:ext uri="{FF2B5EF4-FFF2-40B4-BE49-F238E27FC236}">
                <a16:creationId xmlns:a16="http://schemas.microsoft.com/office/drawing/2014/main" id="{5B9AFE3D-AB7A-498B-ACC7-3CD6EEAF5595}"/>
              </a:ext>
            </a:extLst>
          </p:cNvPr>
          <p:cNvSpPr txBox="1"/>
          <p:nvPr/>
        </p:nvSpPr>
        <p:spPr>
          <a:xfrm>
            <a:off x="-314493" y="312566"/>
            <a:ext cx="4004272" cy="646331"/>
          </a:xfrm>
          <a:prstGeom prst="rect">
            <a:avLst/>
          </a:prstGeom>
          <a:noFill/>
        </p:spPr>
        <p:txBody>
          <a:bodyPr wrap="square" rtlCol="0">
            <a:spAutoFit/>
          </a:bodyPr>
          <a:lstStyle/>
          <a:p>
            <a:pPr algn="ctr"/>
            <a:r>
              <a:rPr lang="en-US" altLang="zh-CN" sz="3600" dirty="0">
                <a:solidFill>
                  <a:schemeClr val="bg1"/>
                </a:solidFill>
                <a:cs typeface="+mn-ea"/>
                <a:sym typeface="+mn-lt"/>
              </a:rPr>
              <a:t>Pathfinding</a:t>
            </a:r>
            <a:endParaRPr lang="zh-CN" altLang="en-US" sz="3600" dirty="0">
              <a:solidFill>
                <a:schemeClr val="bg1"/>
              </a:solidFill>
              <a:cs typeface="+mn-ea"/>
              <a:sym typeface="+mn-lt"/>
            </a:endParaRPr>
          </a:p>
        </p:txBody>
      </p:sp>
      <p:sp>
        <p:nvSpPr>
          <p:cNvPr id="16" name="文本框 12">
            <a:extLst>
              <a:ext uri="{FF2B5EF4-FFF2-40B4-BE49-F238E27FC236}">
                <a16:creationId xmlns:a16="http://schemas.microsoft.com/office/drawing/2014/main" id="{5B9AFE3D-AB7A-498B-ACC7-3CD6EEAF5595}"/>
              </a:ext>
            </a:extLst>
          </p:cNvPr>
          <p:cNvSpPr txBox="1"/>
          <p:nvPr/>
        </p:nvSpPr>
        <p:spPr>
          <a:xfrm>
            <a:off x="5078602" y="273087"/>
            <a:ext cx="4004272" cy="64633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3600" dirty="0">
                <a:solidFill>
                  <a:schemeClr val="bg1"/>
                </a:solidFill>
                <a:cs typeface="+mn-ea"/>
                <a:sym typeface="+mn-lt"/>
              </a:rPr>
              <a:t>Data storing</a:t>
            </a:r>
            <a:endParaRPr lang="zh-CN" altLang="en-US" sz="3600" dirty="0">
              <a:solidFill>
                <a:schemeClr val="bg1"/>
              </a:solidFill>
              <a:cs typeface="+mn-ea"/>
              <a:sym typeface="+mn-lt"/>
            </a:endParaRPr>
          </a:p>
        </p:txBody>
      </p:sp>
      <p:sp>
        <p:nvSpPr>
          <p:cNvPr id="17" name="文本框 9">
            <a:extLst>
              <a:ext uri="{FF2B5EF4-FFF2-40B4-BE49-F238E27FC236}">
                <a16:creationId xmlns:a16="http://schemas.microsoft.com/office/drawing/2014/main" id="{0E7DD9AA-AC31-0556-1A1A-B7AE4E15D903}"/>
              </a:ext>
            </a:extLst>
          </p:cNvPr>
          <p:cNvSpPr txBox="1"/>
          <p:nvPr/>
        </p:nvSpPr>
        <p:spPr>
          <a:xfrm>
            <a:off x="5608322" y="1526269"/>
            <a:ext cx="3254326" cy="3046988"/>
          </a:xfrm>
          <a:prstGeom prst="rect">
            <a:avLst/>
          </a:prstGeom>
          <a:noFill/>
        </p:spPr>
        <p:txBody>
          <a:bodyPr wrap="square" rtlCol="0">
            <a:spAutoFit/>
          </a:bodyPr>
          <a:lstStyle/>
          <a:p>
            <a:r>
              <a:rPr lang="en-US" altLang="zh-CN" sz="2400" dirty="0">
                <a:solidFill>
                  <a:schemeClr val="bg1"/>
                </a:solidFill>
                <a:cs typeface="+mn-ea"/>
                <a:sym typeface="+mn-lt"/>
              </a:rPr>
              <a:t>1.Using statistic data set rather than database</a:t>
            </a:r>
          </a:p>
          <a:p>
            <a:endParaRPr lang="en-US" altLang="zh-CN" sz="2400" dirty="0">
              <a:solidFill>
                <a:schemeClr val="bg1"/>
              </a:solidFill>
              <a:cs typeface="+mn-ea"/>
              <a:sym typeface="+mn-lt"/>
            </a:endParaRPr>
          </a:p>
          <a:p>
            <a:endParaRPr lang="en-US" altLang="zh-CN" sz="2400" dirty="0">
              <a:solidFill>
                <a:schemeClr val="bg1"/>
              </a:solidFill>
              <a:cs typeface="+mn-ea"/>
              <a:sym typeface="+mn-lt"/>
            </a:endParaRPr>
          </a:p>
          <a:p>
            <a:r>
              <a:rPr lang="en-US" altLang="zh-CN" sz="2400" dirty="0">
                <a:solidFill>
                  <a:schemeClr val="bg1"/>
                </a:solidFill>
                <a:cs typeface="+mn-ea"/>
                <a:sym typeface="+mn-lt"/>
              </a:rPr>
              <a:t>2.2D array is used as matrix to store the room information</a:t>
            </a:r>
            <a:endParaRPr lang="zh-CN" altLang="en-US" sz="2400" dirty="0">
              <a:solidFill>
                <a:schemeClr val="bg1"/>
              </a:solidFill>
              <a:cs typeface="+mn-ea"/>
              <a:sym typeface="+mn-lt"/>
            </a:endParaRPr>
          </a:p>
        </p:txBody>
      </p:sp>
    </p:spTree>
    <p:custDataLst>
      <p:tags r:id="rId1"/>
    </p:custDataLst>
    <p:extLst>
      <p:ext uri="{BB962C8B-B14F-4D97-AF65-F5344CB8AC3E}">
        <p14:creationId xmlns:p14="http://schemas.microsoft.com/office/powerpoint/2010/main" val="42492311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6251">
        <p15:prstTrans prst="pageCurlDouble"/>
      </p:transition>
    </mc:Choice>
    <mc:Fallback xmlns="">
      <p:transition spd="slow" advTm="625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4"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3C0AD4F2-3351-4EE2-93FF-62D30B5B4B69}"/>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290284" y="7551058"/>
            <a:ext cx="12192000" cy="6858000"/>
          </a:xfrm>
          <a:prstGeom prst="rect">
            <a:avLst/>
          </a:prstGeom>
        </p:spPr>
      </p:pic>
      <p:cxnSp>
        <p:nvCxnSpPr>
          <p:cNvPr id="12" name="直接连接符 11">
            <a:extLst>
              <a:ext uri="{FF2B5EF4-FFF2-40B4-BE49-F238E27FC236}">
                <a16:creationId xmlns:a16="http://schemas.microsoft.com/office/drawing/2014/main" id="{08617EE3-24A8-4C8C-8540-523C6A833CA7}"/>
              </a:ext>
            </a:extLst>
          </p:cNvPr>
          <p:cNvCxnSpPr>
            <a:cxnSpLocks/>
          </p:cNvCxnSpPr>
          <p:nvPr/>
        </p:nvCxnSpPr>
        <p:spPr>
          <a:xfrm>
            <a:off x="2343066" y="3428997"/>
            <a:ext cx="7658184" cy="0"/>
          </a:xfrm>
          <a:prstGeom prst="line">
            <a:avLst/>
          </a:prstGeom>
          <a:ln w="38100">
            <a:solidFill>
              <a:schemeClr val="bg1">
                <a:lumMod val="85000"/>
              </a:schemeClr>
            </a:solidFill>
            <a:prstDash val="dashDot"/>
          </a:ln>
          <a:effectLst>
            <a:outerShdw blurRad="76200" sx="103000" sy="103000" algn="ctr" rotWithShape="0">
              <a:schemeClr val="bg1">
                <a:alpha val="36000"/>
              </a:schemeClr>
            </a:outerShdw>
          </a:effectLst>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51D24F2B-EE29-47E8-BE2A-FA779825003F}"/>
              </a:ext>
            </a:extLst>
          </p:cNvPr>
          <p:cNvSpPr txBox="1"/>
          <p:nvPr/>
        </p:nvSpPr>
        <p:spPr>
          <a:xfrm>
            <a:off x="2328562" y="612600"/>
            <a:ext cx="2103120" cy="2215991"/>
          </a:xfrm>
          <a:prstGeom prst="rect">
            <a:avLst/>
          </a:prstGeom>
          <a:noFill/>
        </p:spPr>
        <p:txBody>
          <a:bodyPr wrap="square" rtlCol="0">
            <a:spAutoFit/>
          </a:bodyPr>
          <a:lstStyle/>
          <a:p>
            <a:pPr algn="ctr"/>
            <a:r>
              <a:rPr lang="en-US" altLang="zh-CN" sz="13800" dirty="0">
                <a:solidFill>
                  <a:srgbClr val="00C2B9"/>
                </a:solidFill>
                <a:cs typeface="+mn-ea"/>
                <a:sym typeface="+mn-lt"/>
              </a:rPr>
              <a:t>N </a:t>
            </a:r>
            <a:endParaRPr lang="zh-CN" altLang="en-US" sz="13800" dirty="0">
              <a:solidFill>
                <a:srgbClr val="00C2B9"/>
              </a:solidFill>
              <a:cs typeface="+mn-ea"/>
              <a:sym typeface="+mn-lt"/>
            </a:endParaRPr>
          </a:p>
        </p:txBody>
      </p:sp>
      <p:sp>
        <p:nvSpPr>
          <p:cNvPr id="22" name="文本框 21">
            <a:extLst>
              <a:ext uri="{FF2B5EF4-FFF2-40B4-BE49-F238E27FC236}">
                <a16:creationId xmlns:a16="http://schemas.microsoft.com/office/drawing/2014/main" id="{751F99CE-651A-42C4-A1A6-345529D6977A}"/>
              </a:ext>
            </a:extLst>
          </p:cNvPr>
          <p:cNvSpPr txBox="1"/>
          <p:nvPr/>
        </p:nvSpPr>
        <p:spPr>
          <a:xfrm>
            <a:off x="7960373" y="3968567"/>
            <a:ext cx="1634490" cy="2215991"/>
          </a:xfrm>
          <a:prstGeom prst="rect">
            <a:avLst/>
          </a:prstGeom>
          <a:noFill/>
        </p:spPr>
        <p:txBody>
          <a:bodyPr wrap="square" rtlCol="0">
            <a:spAutoFit/>
          </a:bodyPr>
          <a:lstStyle>
            <a:defPPr>
              <a:defRPr lang="zh-CN"/>
            </a:defPPr>
            <a:lvl1pPr algn="ctr">
              <a:defRPr sz="13800">
                <a:solidFill>
                  <a:srgbClr val="00C2B9"/>
                </a:solidFill>
                <a:latin typeface="字魂5号-无外润黑体" panose="00000500000000000000" pitchFamily="2" charset="-122"/>
                <a:ea typeface="字魂5号-无外润黑体" panose="00000500000000000000" pitchFamily="2" charset="-122"/>
              </a:defRPr>
            </a:lvl1pPr>
          </a:lstStyle>
          <a:p>
            <a:r>
              <a:rPr lang="en-US" altLang="zh-CN" dirty="0">
                <a:solidFill>
                  <a:schemeClr val="bg1"/>
                </a:solidFill>
                <a:latin typeface="+mn-lt"/>
                <a:ea typeface="+mn-ea"/>
                <a:cs typeface="+mn-ea"/>
                <a:sym typeface="+mn-lt"/>
              </a:rPr>
              <a:t>3</a:t>
            </a:r>
            <a:endParaRPr lang="zh-CN" altLang="en-US" dirty="0">
              <a:solidFill>
                <a:schemeClr val="bg1"/>
              </a:solidFill>
              <a:latin typeface="+mn-lt"/>
              <a:ea typeface="+mn-ea"/>
              <a:cs typeface="+mn-ea"/>
              <a:sym typeface="+mn-lt"/>
            </a:endParaRPr>
          </a:p>
        </p:txBody>
      </p:sp>
      <p:grpSp>
        <p:nvGrpSpPr>
          <p:cNvPr id="30" name="组合 29">
            <a:extLst>
              <a:ext uri="{FF2B5EF4-FFF2-40B4-BE49-F238E27FC236}">
                <a16:creationId xmlns:a16="http://schemas.microsoft.com/office/drawing/2014/main" id="{BF7A8FA0-A4DC-4770-A36F-3F362E1FAD98}"/>
              </a:ext>
            </a:extLst>
          </p:cNvPr>
          <p:cNvGrpSpPr/>
          <p:nvPr/>
        </p:nvGrpSpPr>
        <p:grpSpPr>
          <a:xfrm>
            <a:off x="4218970" y="899649"/>
            <a:ext cx="3990748" cy="5058696"/>
            <a:chOff x="4084407" y="899652"/>
            <a:chExt cx="3990748" cy="5058696"/>
          </a:xfrm>
        </p:grpSpPr>
        <p:pic>
          <p:nvPicPr>
            <p:cNvPr id="8" name="图片 7">
              <a:extLst>
                <a:ext uri="{FF2B5EF4-FFF2-40B4-BE49-F238E27FC236}">
                  <a16:creationId xmlns:a16="http://schemas.microsoft.com/office/drawing/2014/main" id="{28AB8C9A-E036-4DEC-B26F-B9B580E0FE1B}"/>
                </a:ext>
              </a:extLst>
            </p:cNvPr>
            <p:cNvPicPr>
              <a:picLocks noChangeAspect="1"/>
            </p:cNvPicPr>
            <p:nvPr/>
          </p:nvPicPr>
          <p:blipFill rotWithShape="1">
            <a:blip r:embed="rId6" cstate="email">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a:ext>
              </a:extLst>
            </a:blip>
            <a:srcRect/>
            <a:stretch/>
          </p:blipFill>
          <p:spPr>
            <a:xfrm>
              <a:off x="4084407" y="899652"/>
              <a:ext cx="3990748" cy="5058696"/>
            </a:xfrm>
            <a:prstGeom prst="rect">
              <a:avLst/>
            </a:prstGeom>
            <a:effectLst>
              <a:softEdge rad="0"/>
            </a:effectLst>
          </p:spPr>
        </p:pic>
        <p:sp>
          <p:nvSpPr>
            <p:cNvPr id="29" name="矩形 28">
              <a:extLst>
                <a:ext uri="{FF2B5EF4-FFF2-40B4-BE49-F238E27FC236}">
                  <a16:creationId xmlns:a16="http://schemas.microsoft.com/office/drawing/2014/main" id="{DEEC0B85-B18B-4CF5-BC77-3C0FDDB5FB51}"/>
                </a:ext>
              </a:extLst>
            </p:cNvPr>
            <p:cNvSpPr/>
            <p:nvPr/>
          </p:nvSpPr>
          <p:spPr>
            <a:xfrm>
              <a:off x="4084407" y="899652"/>
              <a:ext cx="3990748" cy="5058691"/>
            </a:xfrm>
            <a:prstGeom prst="rect">
              <a:avLst/>
            </a:pr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5" name="文本框 24">
            <a:extLst>
              <a:ext uri="{FF2B5EF4-FFF2-40B4-BE49-F238E27FC236}">
                <a16:creationId xmlns:a16="http://schemas.microsoft.com/office/drawing/2014/main" id="{6C0FD423-EAAF-4CBA-A526-1C93E5A20A37}"/>
              </a:ext>
            </a:extLst>
          </p:cNvPr>
          <p:cNvSpPr txBox="1"/>
          <p:nvPr/>
        </p:nvSpPr>
        <p:spPr>
          <a:xfrm>
            <a:off x="3652794" y="1528136"/>
            <a:ext cx="2103120" cy="2215991"/>
          </a:xfrm>
          <a:prstGeom prst="rect">
            <a:avLst/>
          </a:prstGeom>
          <a:noFill/>
        </p:spPr>
        <p:txBody>
          <a:bodyPr wrap="square" rtlCol="0">
            <a:spAutoFit/>
          </a:bodyPr>
          <a:lstStyle/>
          <a:p>
            <a:pPr algn="ctr"/>
            <a:r>
              <a:rPr lang="en-US" altLang="zh-CN" sz="13800" dirty="0">
                <a:solidFill>
                  <a:schemeClr val="bg1"/>
                </a:solidFill>
                <a:cs typeface="+mn-ea"/>
                <a:sym typeface="+mn-lt"/>
              </a:rPr>
              <a:t>O</a:t>
            </a:r>
            <a:endParaRPr lang="zh-CN" altLang="en-US" sz="13800" dirty="0">
              <a:solidFill>
                <a:schemeClr val="bg1"/>
              </a:solidFill>
              <a:cs typeface="+mn-ea"/>
              <a:sym typeface="+mn-lt"/>
            </a:endParaRPr>
          </a:p>
        </p:txBody>
      </p:sp>
      <p:sp>
        <p:nvSpPr>
          <p:cNvPr id="28" name="文本框 27">
            <a:extLst>
              <a:ext uri="{FF2B5EF4-FFF2-40B4-BE49-F238E27FC236}">
                <a16:creationId xmlns:a16="http://schemas.microsoft.com/office/drawing/2014/main" id="{FE79445D-F886-4888-8809-9D975C1ABE0A}"/>
              </a:ext>
            </a:extLst>
          </p:cNvPr>
          <p:cNvSpPr txBox="1"/>
          <p:nvPr/>
        </p:nvSpPr>
        <p:spPr>
          <a:xfrm>
            <a:off x="6843569" y="3762646"/>
            <a:ext cx="1634490" cy="1862048"/>
          </a:xfrm>
          <a:prstGeom prst="rect">
            <a:avLst/>
          </a:prstGeom>
          <a:noFill/>
        </p:spPr>
        <p:txBody>
          <a:bodyPr wrap="square" rtlCol="0">
            <a:spAutoFit/>
          </a:bodyPr>
          <a:lstStyle>
            <a:defPPr>
              <a:defRPr lang="zh-CN"/>
            </a:defPPr>
            <a:lvl1pPr algn="ctr">
              <a:defRPr sz="11500">
                <a:solidFill>
                  <a:srgbClr val="00C2B9"/>
                </a:solidFill>
                <a:latin typeface="字魂36号-正文宋楷" panose="00000500000000000000" pitchFamily="2" charset="-122"/>
                <a:ea typeface="字魂36号-正文宋楷" panose="00000500000000000000" pitchFamily="2" charset="-122"/>
              </a:defRPr>
            </a:lvl1pPr>
          </a:lstStyle>
          <a:p>
            <a:r>
              <a:rPr lang="en-US" altLang="zh-CN" dirty="0">
                <a:latin typeface="+mn-lt"/>
                <a:ea typeface="+mn-ea"/>
                <a:cs typeface="+mn-ea"/>
                <a:sym typeface="+mn-lt"/>
              </a:rPr>
              <a:t>0</a:t>
            </a:r>
            <a:endParaRPr lang="zh-CN" altLang="en-US" dirty="0">
              <a:latin typeface="+mn-lt"/>
              <a:ea typeface="+mn-ea"/>
              <a:cs typeface="+mn-ea"/>
              <a:sym typeface="+mn-lt"/>
            </a:endParaRPr>
          </a:p>
        </p:txBody>
      </p:sp>
      <p:grpSp>
        <p:nvGrpSpPr>
          <p:cNvPr id="37" name="组合 36">
            <a:extLst>
              <a:ext uri="{FF2B5EF4-FFF2-40B4-BE49-F238E27FC236}">
                <a16:creationId xmlns:a16="http://schemas.microsoft.com/office/drawing/2014/main" id="{AD3AC619-7B6C-4B87-AFD6-C50FF7C50EAB}"/>
              </a:ext>
            </a:extLst>
          </p:cNvPr>
          <p:cNvGrpSpPr/>
          <p:nvPr/>
        </p:nvGrpSpPr>
        <p:grpSpPr>
          <a:xfrm>
            <a:off x="6633536" y="2000035"/>
            <a:ext cx="4787410" cy="946183"/>
            <a:chOff x="7594243" y="2110563"/>
            <a:chExt cx="3561056" cy="946183"/>
          </a:xfrm>
        </p:grpSpPr>
        <p:sp>
          <p:nvSpPr>
            <p:cNvPr id="31" name="矩形 30">
              <a:extLst>
                <a:ext uri="{FF2B5EF4-FFF2-40B4-BE49-F238E27FC236}">
                  <a16:creationId xmlns:a16="http://schemas.microsoft.com/office/drawing/2014/main" id="{63308667-C633-4A43-A48B-AA0BE4DA11FE}"/>
                </a:ext>
              </a:extLst>
            </p:cNvPr>
            <p:cNvSpPr/>
            <p:nvPr/>
          </p:nvSpPr>
          <p:spPr>
            <a:xfrm>
              <a:off x="7594243" y="2148810"/>
              <a:ext cx="3531870" cy="907936"/>
            </a:xfrm>
            <a:prstGeom prst="rect">
              <a:avLst/>
            </a:prstGeom>
            <a:solidFill>
              <a:schemeClr val="bg1">
                <a:lumMod val="75000"/>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矩形 23">
              <a:extLst>
                <a:ext uri="{FF2B5EF4-FFF2-40B4-BE49-F238E27FC236}">
                  <a16:creationId xmlns:a16="http://schemas.microsoft.com/office/drawing/2014/main" id="{5AA743AE-3425-49C8-8C8E-163B1FB41B61}"/>
                </a:ext>
              </a:extLst>
            </p:cNvPr>
            <p:cNvSpPr/>
            <p:nvPr/>
          </p:nvSpPr>
          <p:spPr>
            <a:xfrm>
              <a:off x="7623429" y="2110563"/>
              <a:ext cx="3531870" cy="923330"/>
            </a:xfrm>
            <a:prstGeom prst="rect">
              <a:avLst/>
            </a:prstGeom>
          </p:spPr>
          <p:txBody>
            <a:bodyPr wrap="square">
              <a:spAutoFit/>
            </a:bodyPr>
            <a:lstStyle/>
            <a:p>
              <a:r>
                <a:rPr lang="en-US" altLang="zh-CN" sz="5400" dirty="0">
                  <a:solidFill>
                    <a:schemeClr val="bg1"/>
                  </a:solidFill>
                  <a:cs typeface="+mn-ea"/>
                  <a:sym typeface="+mn-lt"/>
                </a:rPr>
                <a:t>modelling</a:t>
              </a:r>
              <a:endParaRPr lang="zh-CN" altLang="en-US" sz="5400" dirty="0">
                <a:solidFill>
                  <a:schemeClr val="bg1"/>
                </a:solidFill>
                <a:cs typeface="+mn-ea"/>
                <a:sym typeface="+mn-lt"/>
              </a:endParaRPr>
            </a:p>
          </p:txBody>
        </p:sp>
      </p:grpSp>
    </p:spTree>
    <p:custDataLst>
      <p:tags r:id="rId1"/>
    </p:custDataLst>
    <p:extLst>
      <p:ext uri="{BB962C8B-B14F-4D97-AF65-F5344CB8AC3E}">
        <p14:creationId xmlns:p14="http://schemas.microsoft.com/office/powerpoint/2010/main" val="11058017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Tm="3269">
        <p15:prstTrans prst="origami"/>
      </p:transition>
    </mc:Choice>
    <mc:Fallback xmlns="">
      <p:transition spd="slow" advTm="3269">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arn(outHorizontal)">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outVertic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ppt_w</p:attrName>
                                        </p:attrNameLst>
                                      </p:cBhvr>
                                      <p:tavLst>
                                        <p:tav tm="0">
                                          <p:val>
                                            <p:fltVal val="0"/>
                                          </p:val>
                                        </p:tav>
                                        <p:tav tm="100000">
                                          <p:val>
                                            <p:strVal val="#ppt_w"/>
                                          </p:val>
                                        </p:tav>
                                      </p:tavLst>
                                    </p:anim>
                                    <p:anim calcmode="lin" valueType="num">
                                      <p:cBhvr>
                                        <p:cTn id="18" dur="500" fill="hold"/>
                                        <p:tgtEl>
                                          <p:spTgt spid="21"/>
                                        </p:tgtEl>
                                        <p:attrNameLst>
                                          <p:attrName>ppt_h</p:attrName>
                                        </p:attrNameLst>
                                      </p:cBhvr>
                                      <p:tavLst>
                                        <p:tav tm="0">
                                          <p:val>
                                            <p:fltVal val="0"/>
                                          </p:val>
                                        </p:tav>
                                        <p:tav tm="100000">
                                          <p:val>
                                            <p:strVal val="#ppt_h"/>
                                          </p:val>
                                        </p:tav>
                                      </p:tavLst>
                                    </p:anim>
                                    <p:animEffect transition="in" filter="fade">
                                      <p:cBhvr>
                                        <p:cTn id="19" dur="500"/>
                                        <p:tgtEl>
                                          <p:spTgt spid="2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 calcmode="lin" valueType="num">
                                      <p:cBhvr>
                                        <p:cTn id="22" dur="500" fill="hold"/>
                                        <p:tgtEl>
                                          <p:spTgt spid="25"/>
                                        </p:tgtEl>
                                        <p:attrNameLst>
                                          <p:attrName>ppt_w</p:attrName>
                                        </p:attrNameLst>
                                      </p:cBhvr>
                                      <p:tavLst>
                                        <p:tav tm="0">
                                          <p:val>
                                            <p:fltVal val="0"/>
                                          </p:val>
                                        </p:tav>
                                        <p:tav tm="100000">
                                          <p:val>
                                            <p:strVal val="#ppt_w"/>
                                          </p:val>
                                        </p:tav>
                                      </p:tavLst>
                                    </p:anim>
                                    <p:anim calcmode="lin" valueType="num">
                                      <p:cBhvr>
                                        <p:cTn id="23" dur="500" fill="hold"/>
                                        <p:tgtEl>
                                          <p:spTgt spid="25"/>
                                        </p:tgtEl>
                                        <p:attrNameLst>
                                          <p:attrName>ppt_h</p:attrName>
                                        </p:attrNameLst>
                                      </p:cBhvr>
                                      <p:tavLst>
                                        <p:tav tm="0">
                                          <p:val>
                                            <p:fltVal val="0"/>
                                          </p:val>
                                        </p:tav>
                                        <p:tav tm="100000">
                                          <p:val>
                                            <p:strVal val="#ppt_h"/>
                                          </p:val>
                                        </p:tav>
                                      </p:tavLst>
                                    </p:anim>
                                    <p:animEffect transition="in" filter="fade">
                                      <p:cBhvr>
                                        <p:cTn id="24" dur="500"/>
                                        <p:tgtEl>
                                          <p:spTgt spid="25"/>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 calcmode="lin" valueType="num">
                                      <p:cBhvr>
                                        <p:cTn id="29" dur="500" fill="hold"/>
                                        <p:tgtEl>
                                          <p:spTgt spid="28"/>
                                        </p:tgtEl>
                                        <p:attrNameLst>
                                          <p:attrName>ppt_w</p:attrName>
                                        </p:attrNameLst>
                                      </p:cBhvr>
                                      <p:tavLst>
                                        <p:tav tm="0">
                                          <p:val>
                                            <p:fltVal val="0"/>
                                          </p:val>
                                        </p:tav>
                                        <p:tav tm="100000">
                                          <p:val>
                                            <p:strVal val="#ppt_w"/>
                                          </p:val>
                                        </p:tav>
                                      </p:tavLst>
                                    </p:anim>
                                    <p:anim calcmode="lin" valueType="num">
                                      <p:cBhvr>
                                        <p:cTn id="30" dur="500" fill="hold"/>
                                        <p:tgtEl>
                                          <p:spTgt spid="28"/>
                                        </p:tgtEl>
                                        <p:attrNameLst>
                                          <p:attrName>ppt_h</p:attrName>
                                        </p:attrNameLst>
                                      </p:cBhvr>
                                      <p:tavLst>
                                        <p:tav tm="0">
                                          <p:val>
                                            <p:fltVal val="0"/>
                                          </p:val>
                                        </p:tav>
                                        <p:tav tm="100000">
                                          <p:val>
                                            <p:strVal val="#ppt_h"/>
                                          </p:val>
                                        </p:tav>
                                      </p:tavLst>
                                    </p:anim>
                                    <p:animEffect transition="in" filter="fade">
                                      <p:cBhvr>
                                        <p:cTn id="31" dur="500"/>
                                        <p:tgtEl>
                                          <p:spTgt spid="28"/>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 calcmode="lin" valueType="num">
                                      <p:cBhvr>
                                        <p:cTn id="34" dur="500" fill="hold"/>
                                        <p:tgtEl>
                                          <p:spTgt spid="22"/>
                                        </p:tgtEl>
                                        <p:attrNameLst>
                                          <p:attrName>ppt_w</p:attrName>
                                        </p:attrNameLst>
                                      </p:cBhvr>
                                      <p:tavLst>
                                        <p:tav tm="0">
                                          <p:val>
                                            <p:fltVal val="0"/>
                                          </p:val>
                                        </p:tav>
                                        <p:tav tm="100000">
                                          <p:val>
                                            <p:strVal val="#ppt_w"/>
                                          </p:val>
                                        </p:tav>
                                      </p:tavLst>
                                    </p:anim>
                                    <p:anim calcmode="lin" valueType="num">
                                      <p:cBhvr>
                                        <p:cTn id="35" dur="500" fill="hold"/>
                                        <p:tgtEl>
                                          <p:spTgt spid="22"/>
                                        </p:tgtEl>
                                        <p:attrNameLst>
                                          <p:attrName>ppt_h</p:attrName>
                                        </p:attrNameLst>
                                      </p:cBhvr>
                                      <p:tavLst>
                                        <p:tav tm="0">
                                          <p:val>
                                            <p:fltVal val="0"/>
                                          </p:val>
                                        </p:tav>
                                        <p:tav tm="100000">
                                          <p:val>
                                            <p:strVal val="#ppt_h"/>
                                          </p:val>
                                        </p:tav>
                                      </p:tavLst>
                                    </p:anim>
                                    <p:animEffect transition="in" filter="fade">
                                      <p:cBhvr>
                                        <p:cTn id="36" dur="5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wipe(left)">
                                      <p:cBhvr>
                                        <p:cTn id="4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5" grpId="0"/>
      <p:bldP spid="28"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9270D253-5251-4C12-A1CB-732CB19635B4}"/>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393364" y="2164508"/>
            <a:ext cx="3517619" cy="3501259"/>
          </a:xfrm>
          <a:prstGeom prst="rect">
            <a:avLst/>
          </a:prstGeom>
        </p:spPr>
      </p:pic>
      <p:sp>
        <p:nvSpPr>
          <p:cNvPr id="11" name="箭头: 右 10">
            <a:extLst>
              <a:ext uri="{FF2B5EF4-FFF2-40B4-BE49-F238E27FC236}">
                <a16:creationId xmlns:a16="http://schemas.microsoft.com/office/drawing/2014/main" id="{533525EA-1E44-4DDC-A713-6F0F097209FE}"/>
              </a:ext>
            </a:extLst>
          </p:cNvPr>
          <p:cNvSpPr/>
          <p:nvPr/>
        </p:nvSpPr>
        <p:spPr>
          <a:xfrm>
            <a:off x="4065728" y="3852631"/>
            <a:ext cx="7483847" cy="62507"/>
          </a:xfrm>
          <a:prstGeom prst="rightArrow">
            <a:avLst/>
          </a:prstGeom>
          <a:gradFill flip="none" rotWithShape="1">
            <a:gsLst>
              <a:gs pos="0">
                <a:schemeClr val="accent1">
                  <a:lumMod val="5000"/>
                  <a:lumOff val="95000"/>
                </a:schemeClr>
              </a:gs>
              <a:gs pos="42000">
                <a:schemeClr val="bg1">
                  <a:lumMod val="75000"/>
                </a:schemeClr>
              </a:gs>
              <a:gs pos="73000">
                <a:schemeClr val="bg1">
                  <a:lumMod val="85000"/>
                </a:schemeClr>
              </a:gs>
              <a:gs pos="100000">
                <a:schemeClr val="bg1">
                  <a:lumMod val="9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文本框 11">
            <a:extLst>
              <a:ext uri="{FF2B5EF4-FFF2-40B4-BE49-F238E27FC236}">
                <a16:creationId xmlns:a16="http://schemas.microsoft.com/office/drawing/2014/main" id="{99275381-AB14-43C6-BAD1-2E06D1A8284C}"/>
              </a:ext>
            </a:extLst>
          </p:cNvPr>
          <p:cNvSpPr txBox="1"/>
          <p:nvPr/>
        </p:nvSpPr>
        <p:spPr>
          <a:xfrm>
            <a:off x="3563980" y="1705600"/>
            <a:ext cx="7182845" cy="1289905"/>
          </a:xfrm>
          <a:prstGeom prst="rect">
            <a:avLst/>
          </a:prstGeom>
          <a:noFill/>
        </p:spPr>
        <p:txBody>
          <a:bodyPr wrap="square" rtlCol="0">
            <a:spAutoFit/>
          </a:bodyPr>
          <a:lstStyle/>
          <a:p>
            <a:pPr indent="457200">
              <a:lnSpc>
                <a:spcPct val="150000"/>
              </a:lnSpc>
            </a:pPr>
            <a:r>
              <a:rPr lang="en-US" altLang="zh-CN" dirty="0">
                <a:solidFill>
                  <a:schemeClr val="bg1"/>
                </a:solidFill>
                <a:cs typeface="+mn-ea"/>
                <a:sym typeface="+mn-lt"/>
              </a:rPr>
              <a:t>1.Use blander to assist modelling</a:t>
            </a:r>
          </a:p>
          <a:p>
            <a:pPr indent="457200">
              <a:lnSpc>
                <a:spcPct val="150000"/>
              </a:lnSpc>
            </a:pPr>
            <a:endParaRPr lang="en-US" altLang="zh-CN" dirty="0">
              <a:solidFill>
                <a:schemeClr val="bg1"/>
              </a:solidFill>
              <a:cs typeface="+mn-ea"/>
              <a:sym typeface="+mn-lt"/>
            </a:endParaRPr>
          </a:p>
          <a:p>
            <a:pPr indent="457200">
              <a:lnSpc>
                <a:spcPct val="150000"/>
              </a:lnSpc>
            </a:pPr>
            <a:r>
              <a:rPr lang="en-US" altLang="zh-CN" dirty="0">
                <a:solidFill>
                  <a:schemeClr val="bg1"/>
                </a:solidFill>
                <a:cs typeface="+mn-ea"/>
                <a:sym typeface="+mn-lt"/>
              </a:rPr>
              <a:t>2.Using processing 5 to model (p5.js)</a:t>
            </a:r>
          </a:p>
        </p:txBody>
      </p:sp>
    </p:spTree>
    <p:custDataLst>
      <p:tags r:id="rId1"/>
    </p:custDataLst>
    <p:extLst>
      <p:ext uri="{BB962C8B-B14F-4D97-AF65-F5344CB8AC3E}">
        <p14:creationId xmlns:p14="http://schemas.microsoft.com/office/powerpoint/2010/main" val="183871170"/>
      </p:ext>
    </p:extLst>
  </p:cSld>
  <p:clrMapOvr>
    <a:masterClrMapping/>
  </p:clrMapOvr>
  <mc:AlternateContent xmlns:mc="http://schemas.openxmlformats.org/markup-compatibility/2006" xmlns:p14="http://schemas.microsoft.com/office/powerpoint/2010/main">
    <mc:Choice Requires="p14">
      <p:transition spd="slow" p14:dur="1400" advTm="3064">
        <p14:ripple/>
      </p:transition>
    </mc:Choice>
    <mc:Fallback xmlns="">
      <p:transition spd="slow" advTm="3064">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style.rotation</p:attrName>
                                        </p:attrNameLst>
                                      </p:cBhvr>
                                      <p:tavLst>
                                        <p:tav tm="0">
                                          <p:val>
                                            <p:fltVal val="720"/>
                                          </p:val>
                                        </p:tav>
                                        <p:tav tm="100000">
                                          <p:val>
                                            <p:fltVal val="0"/>
                                          </p:val>
                                        </p:tav>
                                      </p:tavLst>
                                    </p:anim>
                                    <p:anim calcmode="lin" valueType="num">
                                      <p:cBhvr>
                                        <p:cTn id="9" dur="2000" fill="hold"/>
                                        <p:tgtEl>
                                          <p:spTgt spid="4"/>
                                        </p:tgtEl>
                                        <p:attrNameLst>
                                          <p:attrName>ppt_h</p:attrName>
                                        </p:attrNameLst>
                                      </p:cBhvr>
                                      <p:tavLst>
                                        <p:tav tm="0">
                                          <p:val>
                                            <p:fltVal val="0"/>
                                          </p:val>
                                        </p:tav>
                                        <p:tav tm="100000">
                                          <p:val>
                                            <p:strVal val="#ppt_h"/>
                                          </p:val>
                                        </p:tav>
                                      </p:tavLst>
                                    </p:anim>
                                    <p:anim calcmode="lin" valueType="num">
                                      <p:cBhvr>
                                        <p:cTn id="10" dur="2000" fill="hold"/>
                                        <p:tgtEl>
                                          <p:spTgt spid="4"/>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750" fill="hold"/>
                                        <p:tgtEl>
                                          <p:spTgt spid="12"/>
                                        </p:tgtEl>
                                        <p:attrNameLst>
                                          <p:attrName>ppt_x</p:attrName>
                                        </p:attrNameLst>
                                      </p:cBhvr>
                                      <p:tavLst>
                                        <p:tav tm="0">
                                          <p:val>
                                            <p:strVal val="1+#ppt_w/2"/>
                                          </p:val>
                                        </p:tav>
                                        <p:tav tm="100000">
                                          <p:val>
                                            <p:strVal val="#ppt_x"/>
                                          </p:val>
                                        </p:tav>
                                      </p:tavLst>
                                    </p:anim>
                                    <p:anim calcmode="lin" valueType="num">
                                      <p:cBhvr additive="base">
                                        <p:cTn id="21" dur="75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4"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3C0AD4F2-3351-4EE2-93FF-62D30B5B4B69}"/>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290284" y="7551058"/>
            <a:ext cx="12192000" cy="6858000"/>
          </a:xfrm>
          <a:prstGeom prst="rect">
            <a:avLst/>
          </a:prstGeom>
        </p:spPr>
      </p:pic>
      <p:cxnSp>
        <p:nvCxnSpPr>
          <p:cNvPr id="12" name="直接连接符 11">
            <a:extLst>
              <a:ext uri="{FF2B5EF4-FFF2-40B4-BE49-F238E27FC236}">
                <a16:creationId xmlns:a16="http://schemas.microsoft.com/office/drawing/2014/main" id="{08617EE3-24A8-4C8C-8540-523C6A833CA7}"/>
              </a:ext>
            </a:extLst>
          </p:cNvPr>
          <p:cNvCxnSpPr>
            <a:cxnSpLocks/>
          </p:cNvCxnSpPr>
          <p:nvPr/>
        </p:nvCxnSpPr>
        <p:spPr>
          <a:xfrm>
            <a:off x="2343066" y="3428997"/>
            <a:ext cx="7658184" cy="0"/>
          </a:xfrm>
          <a:prstGeom prst="line">
            <a:avLst/>
          </a:prstGeom>
          <a:ln w="38100">
            <a:solidFill>
              <a:schemeClr val="bg1">
                <a:lumMod val="85000"/>
              </a:schemeClr>
            </a:solidFill>
            <a:prstDash val="dashDot"/>
          </a:ln>
          <a:effectLst>
            <a:outerShdw blurRad="76200" sx="103000" sy="103000" algn="ctr" rotWithShape="0">
              <a:schemeClr val="bg1">
                <a:alpha val="36000"/>
              </a:schemeClr>
            </a:outerShdw>
          </a:effectLst>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51D24F2B-EE29-47E8-BE2A-FA779825003F}"/>
              </a:ext>
            </a:extLst>
          </p:cNvPr>
          <p:cNvSpPr txBox="1"/>
          <p:nvPr/>
        </p:nvSpPr>
        <p:spPr>
          <a:xfrm>
            <a:off x="2328562" y="612600"/>
            <a:ext cx="2103120" cy="2215991"/>
          </a:xfrm>
          <a:prstGeom prst="rect">
            <a:avLst/>
          </a:prstGeom>
          <a:noFill/>
        </p:spPr>
        <p:txBody>
          <a:bodyPr wrap="square" rtlCol="0">
            <a:spAutoFit/>
          </a:bodyPr>
          <a:lstStyle/>
          <a:p>
            <a:pPr algn="ctr"/>
            <a:r>
              <a:rPr lang="en-US" altLang="zh-CN" sz="13800" dirty="0">
                <a:solidFill>
                  <a:srgbClr val="00C2B9"/>
                </a:solidFill>
                <a:cs typeface="+mn-ea"/>
                <a:sym typeface="+mn-lt"/>
              </a:rPr>
              <a:t>N </a:t>
            </a:r>
            <a:endParaRPr lang="zh-CN" altLang="en-US" sz="13800" dirty="0">
              <a:solidFill>
                <a:srgbClr val="00C2B9"/>
              </a:solidFill>
              <a:cs typeface="+mn-ea"/>
              <a:sym typeface="+mn-lt"/>
            </a:endParaRPr>
          </a:p>
        </p:txBody>
      </p:sp>
      <p:sp>
        <p:nvSpPr>
          <p:cNvPr id="22" name="文本框 21">
            <a:extLst>
              <a:ext uri="{FF2B5EF4-FFF2-40B4-BE49-F238E27FC236}">
                <a16:creationId xmlns:a16="http://schemas.microsoft.com/office/drawing/2014/main" id="{751F99CE-651A-42C4-A1A6-345529D6977A}"/>
              </a:ext>
            </a:extLst>
          </p:cNvPr>
          <p:cNvSpPr txBox="1"/>
          <p:nvPr/>
        </p:nvSpPr>
        <p:spPr>
          <a:xfrm>
            <a:off x="7960373" y="3968567"/>
            <a:ext cx="1634490" cy="2215991"/>
          </a:xfrm>
          <a:prstGeom prst="rect">
            <a:avLst/>
          </a:prstGeom>
          <a:noFill/>
        </p:spPr>
        <p:txBody>
          <a:bodyPr wrap="square" rtlCol="0">
            <a:spAutoFit/>
          </a:bodyPr>
          <a:lstStyle>
            <a:defPPr>
              <a:defRPr lang="zh-CN"/>
            </a:defPPr>
            <a:lvl1pPr algn="ctr">
              <a:defRPr sz="13800">
                <a:solidFill>
                  <a:srgbClr val="00C2B9"/>
                </a:solidFill>
                <a:latin typeface="字魂5号-无外润黑体" panose="00000500000000000000" pitchFamily="2" charset="-122"/>
                <a:ea typeface="字魂5号-无外润黑体" panose="00000500000000000000" pitchFamily="2" charset="-122"/>
              </a:defRPr>
            </a:lvl1pPr>
          </a:lstStyle>
          <a:p>
            <a:r>
              <a:rPr lang="en-US" altLang="zh-CN" dirty="0">
                <a:solidFill>
                  <a:schemeClr val="bg1"/>
                </a:solidFill>
                <a:latin typeface="+mn-lt"/>
                <a:ea typeface="+mn-ea"/>
                <a:cs typeface="+mn-ea"/>
                <a:sym typeface="+mn-lt"/>
              </a:rPr>
              <a:t>4</a:t>
            </a:r>
            <a:endParaRPr lang="zh-CN" altLang="en-US" dirty="0">
              <a:solidFill>
                <a:schemeClr val="bg1"/>
              </a:solidFill>
              <a:latin typeface="+mn-lt"/>
              <a:ea typeface="+mn-ea"/>
              <a:cs typeface="+mn-ea"/>
              <a:sym typeface="+mn-lt"/>
            </a:endParaRPr>
          </a:p>
        </p:txBody>
      </p:sp>
      <p:grpSp>
        <p:nvGrpSpPr>
          <p:cNvPr id="30" name="组合 29">
            <a:extLst>
              <a:ext uri="{FF2B5EF4-FFF2-40B4-BE49-F238E27FC236}">
                <a16:creationId xmlns:a16="http://schemas.microsoft.com/office/drawing/2014/main" id="{BF7A8FA0-A4DC-4770-A36F-3F362E1FAD98}"/>
              </a:ext>
            </a:extLst>
          </p:cNvPr>
          <p:cNvGrpSpPr/>
          <p:nvPr/>
        </p:nvGrpSpPr>
        <p:grpSpPr>
          <a:xfrm>
            <a:off x="4218970" y="899649"/>
            <a:ext cx="3990748" cy="5058696"/>
            <a:chOff x="4084407" y="899652"/>
            <a:chExt cx="3990748" cy="5058696"/>
          </a:xfrm>
        </p:grpSpPr>
        <p:pic>
          <p:nvPicPr>
            <p:cNvPr id="8" name="图片 7">
              <a:extLst>
                <a:ext uri="{FF2B5EF4-FFF2-40B4-BE49-F238E27FC236}">
                  <a16:creationId xmlns:a16="http://schemas.microsoft.com/office/drawing/2014/main" id="{28AB8C9A-E036-4DEC-B26F-B9B580E0FE1B}"/>
                </a:ext>
              </a:extLst>
            </p:cNvPr>
            <p:cNvPicPr>
              <a:picLocks noChangeAspect="1"/>
            </p:cNvPicPr>
            <p:nvPr/>
          </p:nvPicPr>
          <p:blipFill rotWithShape="1">
            <a:blip r:embed="rId6" cstate="email">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a:ext>
              </a:extLst>
            </a:blip>
            <a:srcRect/>
            <a:stretch/>
          </p:blipFill>
          <p:spPr>
            <a:xfrm>
              <a:off x="4084407" y="899652"/>
              <a:ext cx="3990748" cy="5058696"/>
            </a:xfrm>
            <a:prstGeom prst="rect">
              <a:avLst/>
            </a:prstGeom>
            <a:effectLst>
              <a:softEdge rad="0"/>
            </a:effectLst>
          </p:spPr>
        </p:pic>
        <p:sp>
          <p:nvSpPr>
            <p:cNvPr id="29" name="矩形 28">
              <a:extLst>
                <a:ext uri="{FF2B5EF4-FFF2-40B4-BE49-F238E27FC236}">
                  <a16:creationId xmlns:a16="http://schemas.microsoft.com/office/drawing/2014/main" id="{DEEC0B85-B18B-4CF5-BC77-3C0FDDB5FB51}"/>
                </a:ext>
              </a:extLst>
            </p:cNvPr>
            <p:cNvSpPr/>
            <p:nvPr/>
          </p:nvSpPr>
          <p:spPr>
            <a:xfrm>
              <a:off x="4084407" y="899652"/>
              <a:ext cx="3990748" cy="5058691"/>
            </a:xfrm>
            <a:prstGeom prst="rect">
              <a:avLst/>
            </a:prstGeom>
            <a:solidFill>
              <a:schemeClr val="tx1">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5" name="文本框 24">
            <a:extLst>
              <a:ext uri="{FF2B5EF4-FFF2-40B4-BE49-F238E27FC236}">
                <a16:creationId xmlns:a16="http://schemas.microsoft.com/office/drawing/2014/main" id="{6C0FD423-EAAF-4CBA-A526-1C93E5A20A37}"/>
              </a:ext>
            </a:extLst>
          </p:cNvPr>
          <p:cNvSpPr txBox="1"/>
          <p:nvPr/>
        </p:nvSpPr>
        <p:spPr>
          <a:xfrm>
            <a:off x="3652794" y="1528136"/>
            <a:ext cx="2103120" cy="2215991"/>
          </a:xfrm>
          <a:prstGeom prst="rect">
            <a:avLst/>
          </a:prstGeom>
          <a:noFill/>
        </p:spPr>
        <p:txBody>
          <a:bodyPr wrap="square" rtlCol="0">
            <a:spAutoFit/>
          </a:bodyPr>
          <a:lstStyle/>
          <a:p>
            <a:pPr algn="ctr"/>
            <a:r>
              <a:rPr lang="en-US" altLang="zh-CN" sz="13800" dirty="0">
                <a:solidFill>
                  <a:schemeClr val="bg1"/>
                </a:solidFill>
                <a:cs typeface="+mn-ea"/>
                <a:sym typeface="+mn-lt"/>
              </a:rPr>
              <a:t>O</a:t>
            </a:r>
            <a:endParaRPr lang="zh-CN" altLang="en-US" sz="13800" dirty="0">
              <a:solidFill>
                <a:schemeClr val="bg1"/>
              </a:solidFill>
              <a:cs typeface="+mn-ea"/>
              <a:sym typeface="+mn-lt"/>
            </a:endParaRPr>
          </a:p>
        </p:txBody>
      </p:sp>
      <p:sp>
        <p:nvSpPr>
          <p:cNvPr id="28" name="文本框 27">
            <a:extLst>
              <a:ext uri="{FF2B5EF4-FFF2-40B4-BE49-F238E27FC236}">
                <a16:creationId xmlns:a16="http://schemas.microsoft.com/office/drawing/2014/main" id="{FE79445D-F886-4888-8809-9D975C1ABE0A}"/>
              </a:ext>
            </a:extLst>
          </p:cNvPr>
          <p:cNvSpPr txBox="1"/>
          <p:nvPr/>
        </p:nvSpPr>
        <p:spPr>
          <a:xfrm>
            <a:off x="6843569" y="3762646"/>
            <a:ext cx="1634490" cy="1862048"/>
          </a:xfrm>
          <a:prstGeom prst="rect">
            <a:avLst/>
          </a:prstGeom>
          <a:noFill/>
        </p:spPr>
        <p:txBody>
          <a:bodyPr wrap="square" rtlCol="0">
            <a:spAutoFit/>
          </a:bodyPr>
          <a:lstStyle>
            <a:defPPr>
              <a:defRPr lang="zh-CN"/>
            </a:defPPr>
            <a:lvl1pPr algn="ctr">
              <a:defRPr sz="11500">
                <a:solidFill>
                  <a:srgbClr val="00C2B9"/>
                </a:solidFill>
                <a:latin typeface="字魂36号-正文宋楷" panose="00000500000000000000" pitchFamily="2" charset="-122"/>
                <a:ea typeface="字魂36号-正文宋楷" panose="00000500000000000000" pitchFamily="2" charset="-122"/>
              </a:defRPr>
            </a:lvl1pPr>
          </a:lstStyle>
          <a:p>
            <a:r>
              <a:rPr lang="en-US" altLang="zh-CN" dirty="0">
                <a:latin typeface="+mn-lt"/>
                <a:ea typeface="+mn-ea"/>
                <a:cs typeface="+mn-ea"/>
                <a:sym typeface="+mn-lt"/>
              </a:rPr>
              <a:t>0</a:t>
            </a:r>
            <a:endParaRPr lang="zh-CN" altLang="en-US" dirty="0">
              <a:latin typeface="+mn-lt"/>
              <a:ea typeface="+mn-ea"/>
              <a:cs typeface="+mn-ea"/>
              <a:sym typeface="+mn-lt"/>
            </a:endParaRPr>
          </a:p>
        </p:txBody>
      </p:sp>
      <p:grpSp>
        <p:nvGrpSpPr>
          <p:cNvPr id="37" name="组合 36">
            <a:extLst>
              <a:ext uri="{FF2B5EF4-FFF2-40B4-BE49-F238E27FC236}">
                <a16:creationId xmlns:a16="http://schemas.microsoft.com/office/drawing/2014/main" id="{AD3AC619-7B6C-4B87-AFD6-C50FF7C50EAB}"/>
              </a:ext>
            </a:extLst>
          </p:cNvPr>
          <p:cNvGrpSpPr/>
          <p:nvPr/>
        </p:nvGrpSpPr>
        <p:grpSpPr>
          <a:xfrm>
            <a:off x="6633536" y="2000035"/>
            <a:ext cx="4787410" cy="946183"/>
            <a:chOff x="7594243" y="2110563"/>
            <a:chExt cx="3561056" cy="946183"/>
          </a:xfrm>
        </p:grpSpPr>
        <p:sp>
          <p:nvSpPr>
            <p:cNvPr id="31" name="矩形 30">
              <a:extLst>
                <a:ext uri="{FF2B5EF4-FFF2-40B4-BE49-F238E27FC236}">
                  <a16:creationId xmlns:a16="http://schemas.microsoft.com/office/drawing/2014/main" id="{63308667-C633-4A43-A48B-AA0BE4DA11FE}"/>
                </a:ext>
              </a:extLst>
            </p:cNvPr>
            <p:cNvSpPr/>
            <p:nvPr/>
          </p:nvSpPr>
          <p:spPr>
            <a:xfrm>
              <a:off x="7594243" y="2148810"/>
              <a:ext cx="3531870" cy="907936"/>
            </a:xfrm>
            <a:prstGeom prst="rect">
              <a:avLst/>
            </a:prstGeom>
            <a:solidFill>
              <a:schemeClr val="bg1">
                <a:lumMod val="75000"/>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矩形 23">
              <a:extLst>
                <a:ext uri="{FF2B5EF4-FFF2-40B4-BE49-F238E27FC236}">
                  <a16:creationId xmlns:a16="http://schemas.microsoft.com/office/drawing/2014/main" id="{5AA743AE-3425-49C8-8C8E-163B1FB41B61}"/>
                </a:ext>
              </a:extLst>
            </p:cNvPr>
            <p:cNvSpPr/>
            <p:nvPr/>
          </p:nvSpPr>
          <p:spPr>
            <a:xfrm>
              <a:off x="7623429" y="2110563"/>
              <a:ext cx="3531870" cy="923330"/>
            </a:xfrm>
            <a:prstGeom prst="rect">
              <a:avLst/>
            </a:prstGeom>
          </p:spPr>
          <p:txBody>
            <a:bodyPr wrap="square">
              <a:spAutoFit/>
            </a:bodyPr>
            <a:lstStyle/>
            <a:p>
              <a:pPr algn="ctr"/>
              <a:r>
                <a:rPr lang="en-US" altLang="zh-CN" sz="5400" dirty="0">
                  <a:solidFill>
                    <a:schemeClr val="bg1"/>
                  </a:solidFill>
                  <a:cs typeface="+mn-ea"/>
                  <a:sym typeface="+mn-lt"/>
                </a:rPr>
                <a:t>Web hosting</a:t>
              </a:r>
              <a:endParaRPr lang="zh-CN" altLang="en-US" sz="5400" dirty="0">
                <a:solidFill>
                  <a:schemeClr val="bg1"/>
                </a:solidFill>
                <a:cs typeface="+mn-ea"/>
                <a:sym typeface="+mn-lt"/>
              </a:endParaRPr>
            </a:p>
          </p:txBody>
        </p:sp>
      </p:grpSp>
    </p:spTree>
    <p:custDataLst>
      <p:tags r:id="rId1"/>
    </p:custDataLst>
    <p:extLst>
      <p:ext uri="{BB962C8B-B14F-4D97-AF65-F5344CB8AC3E}">
        <p14:creationId xmlns:p14="http://schemas.microsoft.com/office/powerpoint/2010/main" val="978063310"/>
      </p:ext>
    </p:extLst>
  </p:cSld>
  <p:clrMapOvr>
    <a:masterClrMapping/>
  </p:clrMapOvr>
  <mc:AlternateContent xmlns:mc="http://schemas.openxmlformats.org/markup-compatibility/2006" xmlns:p14="http://schemas.microsoft.com/office/powerpoint/2010/main">
    <mc:Choice Requires="p14">
      <p:transition spd="slow" p14:dur="2000" advTm="3362">
        <p14:ferris dir="l"/>
      </p:transition>
    </mc:Choice>
    <mc:Fallback xmlns="">
      <p:transition spd="slow" advTm="3362">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arn(outHorizontal)">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outVertic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ppt_w</p:attrName>
                                        </p:attrNameLst>
                                      </p:cBhvr>
                                      <p:tavLst>
                                        <p:tav tm="0">
                                          <p:val>
                                            <p:fltVal val="0"/>
                                          </p:val>
                                        </p:tav>
                                        <p:tav tm="100000">
                                          <p:val>
                                            <p:strVal val="#ppt_w"/>
                                          </p:val>
                                        </p:tav>
                                      </p:tavLst>
                                    </p:anim>
                                    <p:anim calcmode="lin" valueType="num">
                                      <p:cBhvr>
                                        <p:cTn id="18" dur="500" fill="hold"/>
                                        <p:tgtEl>
                                          <p:spTgt spid="21"/>
                                        </p:tgtEl>
                                        <p:attrNameLst>
                                          <p:attrName>ppt_h</p:attrName>
                                        </p:attrNameLst>
                                      </p:cBhvr>
                                      <p:tavLst>
                                        <p:tav tm="0">
                                          <p:val>
                                            <p:fltVal val="0"/>
                                          </p:val>
                                        </p:tav>
                                        <p:tav tm="100000">
                                          <p:val>
                                            <p:strVal val="#ppt_h"/>
                                          </p:val>
                                        </p:tav>
                                      </p:tavLst>
                                    </p:anim>
                                    <p:animEffect transition="in" filter="fade">
                                      <p:cBhvr>
                                        <p:cTn id="19" dur="500"/>
                                        <p:tgtEl>
                                          <p:spTgt spid="2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 calcmode="lin" valueType="num">
                                      <p:cBhvr>
                                        <p:cTn id="22" dur="500" fill="hold"/>
                                        <p:tgtEl>
                                          <p:spTgt spid="25"/>
                                        </p:tgtEl>
                                        <p:attrNameLst>
                                          <p:attrName>ppt_w</p:attrName>
                                        </p:attrNameLst>
                                      </p:cBhvr>
                                      <p:tavLst>
                                        <p:tav tm="0">
                                          <p:val>
                                            <p:fltVal val="0"/>
                                          </p:val>
                                        </p:tav>
                                        <p:tav tm="100000">
                                          <p:val>
                                            <p:strVal val="#ppt_w"/>
                                          </p:val>
                                        </p:tav>
                                      </p:tavLst>
                                    </p:anim>
                                    <p:anim calcmode="lin" valueType="num">
                                      <p:cBhvr>
                                        <p:cTn id="23" dur="500" fill="hold"/>
                                        <p:tgtEl>
                                          <p:spTgt spid="25"/>
                                        </p:tgtEl>
                                        <p:attrNameLst>
                                          <p:attrName>ppt_h</p:attrName>
                                        </p:attrNameLst>
                                      </p:cBhvr>
                                      <p:tavLst>
                                        <p:tav tm="0">
                                          <p:val>
                                            <p:fltVal val="0"/>
                                          </p:val>
                                        </p:tav>
                                        <p:tav tm="100000">
                                          <p:val>
                                            <p:strVal val="#ppt_h"/>
                                          </p:val>
                                        </p:tav>
                                      </p:tavLst>
                                    </p:anim>
                                    <p:animEffect transition="in" filter="fade">
                                      <p:cBhvr>
                                        <p:cTn id="24" dur="500"/>
                                        <p:tgtEl>
                                          <p:spTgt spid="25"/>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anim calcmode="lin" valueType="num">
                                      <p:cBhvr>
                                        <p:cTn id="29" dur="500" fill="hold"/>
                                        <p:tgtEl>
                                          <p:spTgt spid="28"/>
                                        </p:tgtEl>
                                        <p:attrNameLst>
                                          <p:attrName>ppt_w</p:attrName>
                                        </p:attrNameLst>
                                      </p:cBhvr>
                                      <p:tavLst>
                                        <p:tav tm="0">
                                          <p:val>
                                            <p:fltVal val="0"/>
                                          </p:val>
                                        </p:tav>
                                        <p:tav tm="100000">
                                          <p:val>
                                            <p:strVal val="#ppt_w"/>
                                          </p:val>
                                        </p:tav>
                                      </p:tavLst>
                                    </p:anim>
                                    <p:anim calcmode="lin" valueType="num">
                                      <p:cBhvr>
                                        <p:cTn id="30" dur="500" fill="hold"/>
                                        <p:tgtEl>
                                          <p:spTgt spid="28"/>
                                        </p:tgtEl>
                                        <p:attrNameLst>
                                          <p:attrName>ppt_h</p:attrName>
                                        </p:attrNameLst>
                                      </p:cBhvr>
                                      <p:tavLst>
                                        <p:tav tm="0">
                                          <p:val>
                                            <p:fltVal val="0"/>
                                          </p:val>
                                        </p:tav>
                                        <p:tav tm="100000">
                                          <p:val>
                                            <p:strVal val="#ppt_h"/>
                                          </p:val>
                                        </p:tav>
                                      </p:tavLst>
                                    </p:anim>
                                    <p:animEffect transition="in" filter="fade">
                                      <p:cBhvr>
                                        <p:cTn id="31" dur="500"/>
                                        <p:tgtEl>
                                          <p:spTgt spid="28"/>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 calcmode="lin" valueType="num">
                                      <p:cBhvr>
                                        <p:cTn id="34" dur="500" fill="hold"/>
                                        <p:tgtEl>
                                          <p:spTgt spid="22"/>
                                        </p:tgtEl>
                                        <p:attrNameLst>
                                          <p:attrName>ppt_w</p:attrName>
                                        </p:attrNameLst>
                                      </p:cBhvr>
                                      <p:tavLst>
                                        <p:tav tm="0">
                                          <p:val>
                                            <p:fltVal val="0"/>
                                          </p:val>
                                        </p:tav>
                                        <p:tav tm="100000">
                                          <p:val>
                                            <p:strVal val="#ppt_w"/>
                                          </p:val>
                                        </p:tav>
                                      </p:tavLst>
                                    </p:anim>
                                    <p:anim calcmode="lin" valueType="num">
                                      <p:cBhvr>
                                        <p:cTn id="35" dur="500" fill="hold"/>
                                        <p:tgtEl>
                                          <p:spTgt spid="22"/>
                                        </p:tgtEl>
                                        <p:attrNameLst>
                                          <p:attrName>ppt_h</p:attrName>
                                        </p:attrNameLst>
                                      </p:cBhvr>
                                      <p:tavLst>
                                        <p:tav tm="0">
                                          <p:val>
                                            <p:fltVal val="0"/>
                                          </p:val>
                                        </p:tav>
                                        <p:tav tm="100000">
                                          <p:val>
                                            <p:strVal val="#ppt_h"/>
                                          </p:val>
                                        </p:tav>
                                      </p:tavLst>
                                    </p:anim>
                                    <p:animEffect transition="in" filter="fade">
                                      <p:cBhvr>
                                        <p:cTn id="36" dur="5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wipe(left)">
                                      <p:cBhvr>
                                        <p:cTn id="4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5" grpId="0"/>
      <p:bldP spid="28"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16B95A1C-FCEB-46B7-A61F-D84910F6C66E}"/>
              </a:ext>
            </a:extLst>
          </p:cNvPr>
          <p:cNvGrpSpPr/>
          <p:nvPr/>
        </p:nvGrpSpPr>
        <p:grpSpPr>
          <a:xfrm>
            <a:off x="4093864" y="600123"/>
            <a:ext cx="4004272" cy="789104"/>
            <a:chOff x="4093864" y="706462"/>
            <a:chExt cx="4004272" cy="789104"/>
          </a:xfrm>
        </p:grpSpPr>
        <p:sp>
          <p:nvSpPr>
            <p:cNvPr id="3" name="文本框 2">
              <a:extLst>
                <a:ext uri="{FF2B5EF4-FFF2-40B4-BE49-F238E27FC236}">
                  <a16:creationId xmlns:a16="http://schemas.microsoft.com/office/drawing/2014/main" id="{6E97055D-AE8F-49F1-B46D-1E76553781CB}"/>
                </a:ext>
              </a:extLst>
            </p:cNvPr>
            <p:cNvSpPr txBox="1"/>
            <p:nvPr/>
          </p:nvSpPr>
          <p:spPr>
            <a:xfrm>
              <a:off x="4631635" y="1033901"/>
              <a:ext cx="2928730" cy="461665"/>
            </a:xfrm>
            <a:prstGeom prst="rect">
              <a:avLst/>
            </a:prstGeom>
            <a:noFill/>
          </p:spPr>
          <p:txBody>
            <a:bodyPr wrap="square" rtlCol="0">
              <a:spAutoFit/>
            </a:bodyPr>
            <a:lstStyle/>
            <a:p>
              <a:pPr algn="ctr"/>
              <a:endParaRPr lang="zh-CN" altLang="en-US" sz="2400" dirty="0">
                <a:solidFill>
                  <a:schemeClr val="bg1"/>
                </a:solidFill>
                <a:cs typeface="+mn-ea"/>
                <a:sym typeface="+mn-lt"/>
              </a:endParaRPr>
            </a:p>
          </p:txBody>
        </p:sp>
        <p:sp>
          <p:nvSpPr>
            <p:cNvPr id="4" name="文本框 3">
              <a:extLst>
                <a:ext uri="{FF2B5EF4-FFF2-40B4-BE49-F238E27FC236}">
                  <a16:creationId xmlns:a16="http://schemas.microsoft.com/office/drawing/2014/main" id="{5D423CE5-23C2-4BAA-BC75-092D32D35BBB}"/>
                </a:ext>
              </a:extLst>
            </p:cNvPr>
            <p:cNvSpPr txBox="1"/>
            <p:nvPr/>
          </p:nvSpPr>
          <p:spPr>
            <a:xfrm>
              <a:off x="4093864" y="706462"/>
              <a:ext cx="4004272" cy="369332"/>
            </a:xfrm>
            <a:prstGeom prst="rect">
              <a:avLst/>
            </a:prstGeom>
            <a:noFill/>
          </p:spPr>
          <p:txBody>
            <a:bodyPr wrap="square" rtlCol="0">
              <a:spAutoFit/>
            </a:bodyPr>
            <a:lstStyle/>
            <a:p>
              <a:pPr algn="dist"/>
              <a:endParaRPr lang="zh-CN" altLang="en-US" dirty="0">
                <a:solidFill>
                  <a:schemeClr val="bg1"/>
                </a:solidFill>
                <a:cs typeface="+mn-ea"/>
                <a:sym typeface="+mn-lt"/>
              </a:endParaRPr>
            </a:p>
          </p:txBody>
        </p:sp>
      </p:grpSp>
      <p:sp>
        <p:nvSpPr>
          <p:cNvPr id="5" name="椭圆 4">
            <a:extLst>
              <a:ext uri="{FF2B5EF4-FFF2-40B4-BE49-F238E27FC236}">
                <a16:creationId xmlns:a16="http://schemas.microsoft.com/office/drawing/2014/main" id="{EE04DF3C-E5E1-46E8-81E8-F01EB45C74AA}"/>
              </a:ext>
            </a:extLst>
          </p:cNvPr>
          <p:cNvSpPr/>
          <p:nvPr/>
        </p:nvSpPr>
        <p:spPr>
          <a:xfrm>
            <a:off x="5348514" y="3018971"/>
            <a:ext cx="1494971" cy="1494971"/>
          </a:xfrm>
          <a:prstGeom prst="ellipse">
            <a:avLst/>
          </a:prstGeom>
          <a:solidFill>
            <a:srgbClr val="154A4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cs typeface="+mn-ea"/>
                <a:sym typeface="+mn-lt"/>
              </a:rPr>
              <a:t>Web </a:t>
            </a:r>
          </a:p>
          <a:p>
            <a:pPr algn="ctr"/>
            <a:r>
              <a:rPr lang="en-US" altLang="zh-CN" dirty="0">
                <a:solidFill>
                  <a:schemeClr val="tx1"/>
                </a:solidFill>
                <a:cs typeface="+mn-ea"/>
                <a:sym typeface="+mn-lt"/>
              </a:rPr>
              <a:t>Design </a:t>
            </a:r>
          </a:p>
          <a:p>
            <a:pPr algn="ctr"/>
            <a:r>
              <a:rPr lang="en-US" altLang="zh-CN" dirty="0">
                <a:solidFill>
                  <a:schemeClr val="tx1"/>
                </a:solidFill>
                <a:cs typeface="+mn-ea"/>
                <a:sym typeface="+mn-lt"/>
              </a:rPr>
              <a:t>process</a:t>
            </a:r>
            <a:endParaRPr lang="zh-CN" altLang="en-US" dirty="0">
              <a:solidFill>
                <a:schemeClr val="tx1"/>
              </a:solidFill>
              <a:cs typeface="+mn-ea"/>
              <a:sym typeface="+mn-lt"/>
            </a:endParaRPr>
          </a:p>
        </p:txBody>
      </p:sp>
      <p:grpSp>
        <p:nvGrpSpPr>
          <p:cNvPr id="45" name="组合 44">
            <a:extLst>
              <a:ext uri="{FF2B5EF4-FFF2-40B4-BE49-F238E27FC236}">
                <a16:creationId xmlns:a16="http://schemas.microsoft.com/office/drawing/2014/main" id="{0C490EBC-FB8C-4EC5-A9C0-635B6CD7717B}"/>
              </a:ext>
            </a:extLst>
          </p:cNvPr>
          <p:cNvGrpSpPr/>
          <p:nvPr/>
        </p:nvGrpSpPr>
        <p:grpSpPr>
          <a:xfrm>
            <a:off x="2989943" y="1626209"/>
            <a:ext cx="2577504" cy="1611695"/>
            <a:chOff x="2989943" y="1626209"/>
            <a:chExt cx="2577504" cy="1611695"/>
          </a:xfrm>
        </p:grpSpPr>
        <p:cxnSp>
          <p:nvCxnSpPr>
            <p:cNvPr id="17" name="直接连接符 16">
              <a:extLst>
                <a:ext uri="{FF2B5EF4-FFF2-40B4-BE49-F238E27FC236}">
                  <a16:creationId xmlns:a16="http://schemas.microsoft.com/office/drawing/2014/main" id="{129FA99B-8D1A-4623-A9A4-52113E731129}"/>
                </a:ext>
              </a:extLst>
            </p:cNvPr>
            <p:cNvCxnSpPr>
              <a:stCxn id="5" idx="1"/>
            </p:cNvCxnSpPr>
            <p:nvPr/>
          </p:nvCxnSpPr>
          <p:spPr>
            <a:xfrm flipH="1" flipV="1">
              <a:off x="3773714" y="2279836"/>
              <a:ext cx="1793733" cy="958068"/>
            </a:xfrm>
            <a:prstGeom prst="line">
              <a:avLst/>
            </a:prstGeom>
            <a:ln>
              <a:solidFill>
                <a:schemeClr val="bg1"/>
              </a:solidFill>
            </a:ln>
            <a:effectLst>
              <a:outerShdw blurRad="63500" sx="102000" sy="102000" algn="ctr" rotWithShape="0">
                <a:schemeClr val="bg1">
                  <a:alpha val="40000"/>
                </a:schemeClr>
              </a:outerShdw>
            </a:effectLst>
          </p:spPr>
          <p:style>
            <a:lnRef idx="1">
              <a:schemeClr val="accent1"/>
            </a:lnRef>
            <a:fillRef idx="0">
              <a:schemeClr val="accent1"/>
            </a:fillRef>
            <a:effectRef idx="0">
              <a:schemeClr val="accent1"/>
            </a:effectRef>
            <a:fontRef idx="minor">
              <a:schemeClr val="tx1"/>
            </a:fontRef>
          </p:style>
        </p:cxnSp>
        <p:sp>
          <p:nvSpPr>
            <p:cNvPr id="24" name="椭圆 23">
              <a:extLst>
                <a:ext uri="{FF2B5EF4-FFF2-40B4-BE49-F238E27FC236}">
                  <a16:creationId xmlns:a16="http://schemas.microsoft.com/office/drawing/2014/main" id="{54ED2C21-7A63-4D26-A8B5-AFD23CFC7B63}"/>
                </a:ext>
              </a:extLst>
            </p:cNvPr>
            <p:cNvSpPr/>
            <p:nvPr/>
          </p:nvSpPr>
          <p:spPr>
            <a:xfrm>
              <a:off x="2989943" y="1626209"/>
              <a:ext cx="856343" cy="856343"/>
            </a:xfrm>
            <a:prstGeom prst="ellipse">
              <a:avLst/>
            </a:prstGeom>
            <a:solidFill>
              <a:schemeClr val="bg1"/>
            </a:solidFill>
            <a:ln>
              <a:noFill/>
            </a:ln>
            <a:effectLst>
              <a:outerShdw blurRad="63500" sx="102000" sy="102000" algn="ct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cs typeface="+mn-ea"/>
                  <a:sym typeface="+mn-lt"/>
                </a:rPr>
                <a:t>1</a:t>
              </a:r>
              <a:endParaRPr lang="zh-CN" altLang="en-US" dirty="0">
                <a:solidFill>
                  <a:schemeClr val="tx1"/>
                </a:solidFill>
                <a:cs typeface="+mn-ea"/>
                <a:sym typeface="+mn-lt"/>
              </a:endParaRPr>
            </a:p>
          </p:txBody>
        </p:sp>
      </p:grpSp>
      <p:grpSp>
        <p:nvGrpSpPr>
          <p:cNvPr id="51" name="组合 50">
            <a:extLst>
              <a:ext uri="{FF2B5EF4-FFF2-40B4-BE49-F238E27FC236}">
                <a16:creationId xmlns:a16="http://schemas.microsoft.com/office/drawing/2014/main" id="{B7A114FC-AF68-4D7B-81F6-99096F91452B}"/>
              </a:ext>
            </a:extLst>
          </p:cNvPr>
          <p:cNvGrpSpPr/>
          <p:nvPr/>
        </p:nvGrpSpPr>
        <p:grpSpPr>
          <a:xfrm>
            <a:off x="3491019" y="4295008"/>
            <a:ext cx="2076428" cy="1674268"/>
            <a:chOff x="3491019" y="4295008"/>
            <a:chExt cx="2076428" cy="1674268"/>
          </a:xfrm>
        </p:grpSpPr>
        <p:cxnSp>
          <p:nvCxnSpPr>
            <p:cNvPr id="21" name="直接连接符 20">
              <a:extLst>
                <a:ext uri="{FF2B5EF4-FFF2-40B4-BE49-F238E27FC236}">
                  <a16:creationId xmlns:a16="http://schemas.microsoft.com/office/drawing/2014/main" id="{629C0FE0-0815-490F-848E-BC96A01CE2E7}"/>
                </a:ext>
              </a:extLst>
            </p:cNvPr>
            <p:cNvCxnSpPr>
              <a:cxnSpLocks/>
            </p:cNvCxnSpPr>
            <p:nvPr/>
          </p:nvCxnSpPr>
          <p:spPr>
            <a:xfrm flipH="1">
              <a:off x="4093864" y="4295008"/>
              <a:ext cx="1473583" cy="1075277"/>
            </a:xfrm>
            <a:prstGeom prst="line">
              <a:avLst/>
            </a:prstGeom>
            <a:ln>
              <a:solidFill>
                <a:schemeClr val="bg1"/>
              </a:solidFill>
            </a:ln>
            <a:effectLst>
              <a:outerShdw blurRad="63500" sx="102000" sy="102000" algn="ctr" rotWithShape="0">
                <a:schemeClr val="bg1">
                  <a:alpha val="40000"/>
                </a:schemeClr>
              </a:outerShdw>
            </a:effectLst>
          </p:spPr>
          <p:style>
            <a:lnRef idx="1">
              <a:schemeClr val="accent1"/>
            </a:lnRef>
            <a:fillRef idx="0">
              <a:schemeClr val="accent1"/>
            </a:fillRef>
            <a:effectRef idx="0">
              <a:schemeClr val="accent1"/>
            </a:effectRef>
            <a:fontRef idx="minor">
              <a:schemeClr val="tx1"/>
            </a:fontRef>
          </p:style>
        </p:cxnSp>
        <p:sp>
          <p:nvSpPr>
            <p:cNvPr id="27" name="椭圆 26">
              <a:extLst>
                <a:ext uri="{FF2B5EF4-FFF2-40B4-BE49-F238E27FC236}">
                  <a16:creationId xmlns:a16="http://schemas.microsoft.com/office/drawing/2014/main" id="{5894381E-FE0D-435D-A0E1-996EA06C5F41}"/>
                </a:ext>
              </a:extLst>
            </p:cNvPr>
            <p:cNvSpPr/>
            <p:nvPr/>
          </p:nvSpPr>
          <p:spPr>
            <a:xfrm>
              <a:off x="3491019" y="5163733"/>
              <a:ext cx="805543" cy="805543"/>
            </a:xfrm>
            <a:prstGeom prst="ellipse">
              <a:avLst/>
            </a:prstGeom>
            <a:solidFill>
              <a:schemeClr val="bg1"/>
            </a:solidFill>
            <a:ln>
              <a:noFill/>
            </a:ln>
            <a:effectLst>
              <a:outerShdw blurRad="63500" sx="102000" sy="102000" algn="ct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cs typeface="+mn-ea"/>
                  <a:sym typeface="+mn-lt"/>
                </a:rPr>
                <a:t>5</a:t>
              </a:r>
              <a:endParaRPr lang="zh-CN" altLang="en-US" dirty="0">
                <a:solidFill>
                  <a:schemeClr val="tx1"/>
                </a:solidFill>
                <a:cs typeface="+mn-ea"/>
                <a:sym typeface="+mn-lt"/>
              </a:endParaRPr>
            </a:p>
          </p:txBody>
        </p:sp>
      </p:grpSp>
      <p:grpSp>
        <p:nvGrpSpPr>
          <p:cNvPr id="50" name="组合 49">
            <a:extLst>
              <a:ext uri="{FF2B5EF4-FFF2-40B4-BE49-F238E27FC236}">
                <a16:creationId xmlns:a16="http://schemas.microsoft.com/office/drawing/2014/main" id="{F5CCA241-8D2C-4D26-8F2B-7625F83DDA77}"/>
              </a:ext>
            </a:extLst>
          </p:cNvPr>
          <p:cNvGrpSpPr/>
          <p:nvPr/>
        </p:nvGrpSpPr>
        <p:grpSpPr>
          <a:xfrm>
            <a:off x="3740317" y="3766456"/>
            <a:ext cx="1608197" cy="709823"/>
            <a:chOff x="3740317" y="3766456"/>
            <a:chExt cx="1608197" cy="709823"/>
          </a:xfrm>
        </p:grpSpPr>
        <p:cxnSp>
          <p:nvCxnSpPr>
            <p:cNvPr id="19" name="直接连接符 18">
              <a:extLst>
                <a:ext uri="{FF2B5EF4-FFF2-40B4-BE49-F238E27FC236}">
                  <a16:creationId xmlns:a16="http://schemas.microsoft.com/office/drawing/2014/main" id="{38A6274E-FADF-4D3C-8B15-D32670A3C3F9}"/>
                </a:ext>
              </a:extLst>
            </p:cNvPr>
            <p:cNvCxnSpPr>
              <a:cxnSpLocks/>
            </p:cNvCxnSpPr>
            <p:nvPr/>
          </p:nvCxnSpPr>
          <p:spPr>
            <a:xfrm flipH="1">
              <a:off x="4223657" y="3766456"/>
              <a:ext cx="1124857" cy="373742"/>
            </a:xfrm>
            <a:prstGeom prst="line">
              <a:avLst/>
            </a:prstGeom>
            <a:ln>
              <a:solidFill>
                <a:schemeClr val="bg1"/>
              </a:solidFill>
            </a:ln>
            <a:effectLst>
              <a:outerShdw blurRad="63500" sx="102000" sy="102000" algn="ctr" rotWithShape="0">
                <a:schemeClr val="bg1">
                  <a:alpha val="40000"/>
                </a:schemeClr>
              </a:outerShdw>
            </a:effectLst>
          </p:spPr>
          <p:style>
            <a:lnRef idx="1">
              <a:schemeClr val="accent1"/>
            </a:lnRef>
            <a:fillRef idx="0">
              <a:schemeClr val="accent1"/>
            </a:fillRef>
            <a:effectRef idx="0">
              <a:schemeClr val="accent1"/>
            </a:effectRef>
            <a:fontRef idx="minor">
              <a:schemeClr val="tx1"/>
            </a:fontRef>
          </p:style>
        </p:cxnSp>
        <p:grpSp>
          <p:nvGrpSpPr>
            <p:cNvPr id="30" name="组合 29">
              <a:extLst>
                <a:ext uri="{FF2B5EF4-FFF2-40B4-BE49-F238E27FC236}">
                  <a16:creationId xmlns:a16="http://schemas.microsoft.com/office/drawing/2014/main" id="{29354C2D-CCA7-41B1-8C0C-ADD0FBD387E9}"/>
                </a:ext>
              </a:extLst>
            </p:cNvPr>
            <p:cNvGrpSpPr/>
            <p:nvPr/>
          </p:nvGrpSpPr>
          <p:grpSpPr>
            <a:xfrm>
              <a:off x="3740317" y="3915665"/>
              <a:ext cx="560614" cy="560614"/>
              <a:chOff x="3740317" y="3915665"/>
              <a:chExt cx="560614" cy="560614"/>
            </a:xfrm>
          </p:grpSpPr>
          <p:sp>
            <p:nvSpPr>
              <p:cNvPr id="25" name="椭圆 24">
                <a:extLst>
                  <a:ext uri="{FF2B5EF4-FFF2-40B4-BE49-F238E27FC236}">
                    <a16:creationId xmlns:a16="http://schemas.microsoft.com/office/drawing/2014/main" id="{E7662BDD-C8CF-4E6B-82FB-34EB4DDC0983}"/>
                  </a:ext>
                </a:extLst>
              </p:cNvPr>
              <p:cNvSpPr/>
              <p:nvPr/>
            </p:nvSpPr>
            <p:spPr>
              <a:xfrm>
                <a:off x="3740317" y="3915665"/>
                <a:ext cx="560614" cy="560614"/>
              </a:xfrm>
              <a:prstGeom prst="ellipse">
                <a:avLst/>
              </a:prstGeom>
              <a:solidFill>
                <a:srgbClr val="154A4B"/>
              </a:solidFill>
              <a:ln>
                <a:noFill/>
              </a:ln>
              <a:effectLst>
                <a:outerShdw blurRad="63500" sx="102000" sy="102000" algn="ct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9" name="图片 28">
                <a:extLst>
                  <a:ext uri="{FF2B5EF4-FFF2-40B4-BE49-F238E27FC236}">
                    <a16:creationId xmlns:a16="http://schemas.microsoft.com/office/drawing/2014/main" id="{1FDE551C-BA40-47C1-85DD-3DAC3B8FFC23}"/>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854280" y="4011884"/>
                <a:ext cx="324453" cy="381664"/>
              </a:xfrm>
              <a:prstGeom prst="rect">
                <a:avLst/>
              </a:prstGeom>
            </p:spPr>
          </p:pic>
        </p:grpSp>
      </p:grpSp>
      <p:grpSp>
        <p:nvGrpSpPr>
          <p:cNvPr id="46" name="组合 45">
            <a:extLst>
              <a:ext uri="{FF2B5EF4-FFF2-40B4-BE49-F238E27FC236}">
                <a16:creationId xmlns:a16="http://schemas.microsoft.com/office/drawing/2014/main" id="{CB0FDB24-30C0-497D-9C8D-CB17B3DBB73B}"/>
              </a:ext>
            </a:extLst>
          </p:cNvPr>
          <p:cNvGrpSpPr/>
          <p:nvPr/>
        </p:nvGrpSpPr>
        <p:grpSpPr>
          <a:xfrm>
            <a:off x="6624552" y="2308184"/>
            <a:ext cx="1290105" cy="929719"/>
            <a:chOff x="6624552" y="2308184"/>
            <a:chExt cx="1290105" cy="929719"/>
          </a:xfrm>
        </p:grpSpPr>
        <p:cxnSp>
          <p:nvCxnSpPr>
            <p:cNvPr id="9" name="直接连接符 8">
              <a:extLst>
                <a:ext uri="{FF2B5EF4-FFF2-40B4-BE49-F238E27FC236}">
                  <a16:creationId xmlns:a16="http://schemas.microsoft.com/office/drawing/2014/main" id="{A3BF842F-0E45-4E57-BEDE-7BEDD845DFFE}"/>
                </a:ext>
              </a:extLst>
            </p:cNvPr>
            <p:cNvCxnSpPr>
              <a:cxnSpLocks/>
            </p:cNvCxnSpPr>
            <p:nvPr/>
          </p:nvCxnSpPr>
          <p:spPr>
            <a:xfrm flipV="1">
              <a:off x="6624552" y="2627085"/>
              <a:ext cx="821277" cy="610818"/>
            </a:xfrm>
            <a:prstGeom prst="line">
              <a:avLst/>
            </a:prstGeom>
            <a:ln>
              <a:solidFill>
                <a:schemeClr val="bg1"/>
              </a:solidFill>
            </a:ln>
            <a:effectLst>
              <a:outerShdw blurRad="63500" sx="102000" sy="102000" algn="ctr" rotWithShape="0">
                <a:schemeClr val="bg1">
                  <a:alpha val="40000"/>
                </a:schemeClr>
              </a:outerShdw>
            </a:effectLst>
          </p:spPr>
          <p:style>
            <a:lnRef idx="1">
              <a:schemeClr val="accent1"/>
            </a:lnRef>
            <a:fillRef idx="0">
              <a:schemeClr val="accent1"/>
            </a:fillRef>
            <a:effectRef idx="0">
              <a:schemeClr val="accent1"/>
            </a:effectRef>
            <a:fontRef idx="minor">
              <a:schemeClr val="tx1"/>
            </a:fontRef>
          </p:style>
        </p:cxnSp>
        <p:sp>
          <p:nvSpPr>
            <p:cNvPr id="22" name="椭圆 21">
              <a:extLst>
                <a:ext uri="{FF2B5EF4-FFF2-40B4-BE49-F238E27FC236}">
                  <a16:creationId xmlns:a16="http://schemas.microsoft.com/office/drawing/2014/main" id="{6B6325FA-520D-4FE4-A483-2CCDABAB85AA}"/>
                </a:ext>
              </a:extLst>
            </p:cNvPr>
            <p:cNvSpPr/>
            <p:nvPr/>
          </p:nvSpPr>
          <p:spPr>
            <a:xfrm>
              <a:off x="7376886" y="2308184"/>
              <a:ext cx="537771" cy="537771"/>
            </a:xfrm>
            <a:prstGeom prst="ellipse">
              <a:avLst/>
            </a:prstGeom>
            <a:solidFill>
              <a:schemeClr val="bg1"/>
            </a:solidFill>
            <a:ln>
              <a:noFill/>
            </a:ln>
            <a:effectLst>
              <a:outerShdw blurRad="63500" sx="102000" sy="102000" algn="ct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grpSp>
        <p:nvGrpSpPr>
          <p:cNvPr id="52" name="组合 51">
            <a:extLst>
              <a:ext uri="{FF2B5EF4-FFF2-40B4-BE49-F238E27FC236}">
                <a16:creationId xmlns:a16="http://schemas.microsoft.com/office/drawing/2014/main" id="{BAF03D4C-BD07-41D4-96FA-CAA84DD102FD}"/>
              </a:ext>
            </a:extLst>
          </p:cNvPr>
          <p:cNvGrpSpPr/>
          <p:nvPr/>
        </p:nvGrpSpPr>
        <p:grpSpPr>
          <a:xfrm>
            <a:off x="6843485" y="3766456"/>
            <a:ext cx="1747752" cy="1233172"/>
            <a:chOff x="6843485" y="3766456"/>
            <a:chExt cx="1747752" cy="1233172"/>
          </a:xfrm>
        </p:grpSpPr>
        <p:cxnSp>
          <p:nvCxnSpPr>
            <p:cNvPr id="11" name="直接连接符 10">
              <a:extLst>
                <a:ext uri="{FF2B5EF4-FFF2-40B4-BE49-F238E27FC236}">
                  <a16:creationId xmlns:a16="http://schemas.microsoft.com/office/drawing/2014/main" id="{71CDA3F9-7C36-4E75-8D6D-6272EF6F4983}"/>
                </a:ext>
              </a:extLst>
            </p:cNvPr>
            <p:cNvCxnSpPr>
              <a:cxnSpLocks/>
            </p:cNvCxnSpPr>
            <p:nvPr/>
          </p:nvCxnSpPr>
          <p:spPr>
            <a:xfrm>
              <a:off x="6843485" y="3766456"/>
              <a:ext cx="1008744" cy="747485"/>
            </a:xfrm>
            <a:prstGeom prst="line">
              <a:avLst/>
            </a:prstGeom>
            <a:ln>
              <a:solidFill>
                <a:schemeClr val="bg1"/>
              </a:solidFill>
            </a:ln>
            <a:effectLst>
              <a:outerShdw blurRad="63500" sx="102000" sy="102000" algn="ctr" rotWithShape="0">
                <a:schemeClr val="bg1">
                  <a:alpha val="40000"/>
                </a:schemeClr>
              </a:outerShdw>
            </a:effectLst>
          </p:spPr>
          <p:style>
            <a:lnRef idx="1">
              <a:schemeClr val="accent1"/>
            </a:lnRef>
            <a:fillRef idx="0">
              <a:schemeClr val="accent1"/>
            </a:fillRef>
            <a:effectRef idx="0">
              <a:schemeClr val="accent1"/>
            </a:effectRef>
            <a:fontRef idx="minor">
              <a:schemeClr val="tx1"/>
            </a:fontRef>
          </p:style>
        </p:cxnSp>
        <p:sp>
          <p:nvSpPr>
            <p:cNvPr id="23" name="圆: 空心 22">
              <a:extLst>
                <a:ext uri="{FF2B5EF4-FFF2-40B4-BE49-F238E27FC236}">
                  <a16:creationId xmlns:a16="http://schemas.microsoft.com/office/drawing/2014/main" id="{2E0A5811-DBB4-4305-9360-9D5638D9330F}"/>
                </a:ext>
              </a:extLst>
            </p:cNvPr>
            <p:cNvSpPr/>
            <p:nvPr/>
          </p:nvSpPr>
          <p:spPr>
            <a:xfrm>
              <a:off x="7843752" y="4252143"/>
              <a:ext cx="747485" cy="747485"/>
            </a:xfrm>
            <a:prstGeom prst="donut">
              <a:avLst>
                <a:gd name="adj" fmla="val 15291"/>
              </a:avLst>
            </a:prstGeom>
            <a:solidFill>
              <a:srgbClr val="154A4B"/>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mn-ea"/>
                <a:sym typeface="+mn-lt"/>
              </a:endParaRPr>
            </a:p>
          </p:txBody>
        </p:sp>
      </p:grpSp>
      <p:sp>
        <p:nvSpPr>
          <p:cNvPr id="34" name="文本框 33">
            <a:extLst>
              <a:ext uri="{FF2B5EF4-FFF2-40B4-BE49-F238E27FC236}">
                <a16:creationId xmlns:a16="http://schemas.microsoft.com/office/drawing/2014/main" id="{5178B655-1D16-4CAF-8CE2-50CF72A8DC3F}"/>
              </a:ext>
            </a:extLst>
          </p:cNvPr>
          <p:cNvSpPr txBox="1"/>
          <p:nvPr/>
        </p:nvSpPr>
        <p:spPr>
          <a:xfrm>
            <a:off x="175531" y="1782896"/>
            <a:ext cx="2571663" cy="700576"/>
          </a:xfrm>
          <a:prstGeom prst="rect">
            <a:avLst/>
          </a:prstGeom>
          <a:noFill/>
        </p:spPr>
        <p:txBody>
          <a:bodyPr wrap="square" rtlCol="0">
            <a:spAutoFit/>
          </a:bodyPr>
          <a:lstStyle/>
          <a:p>
            <a:pPr>
              <a:lnSpc>
                <a:spcPct val="150000"/>
              </a:lnSpc>
            </a:pPr>
            <a:r>
              <a:rPr lang="en-US" altLang="zh-CN" sz="1400" dirty="0">
                <a:solidFill>
                  <a:schemeClr val="bg1"/>
                </a:solidFill>
                <a:cs typeface="+mn-ea"/>
                <a:sym typeface="+mn-lt"/>
              </a:rPr>
              <a:t>Host the website on Amazon</a:t>
            </a:r>
            <a:r>
              <a:rPr lang="zh-CN" altLang="en-US" sz="1400" dirty="0">
                <a:solidFill>
                  <a:schemeClr val="bg1"/>
                </a:solidFill>
                <a:cs typeface="+mn-ea"/>
                <a:sym typeface="+mn-lt"/>
              </a:rPr>
              <a:t> </a:t>
            </a:r>
            <a:r>
              <a:rPr lang="en-US" altLang="zh-CN" sz="1400" dirty="0">
                <a:solidFill>
                  <a:schemeClr val="bg1"/>
                </a:solidFill>
                <a:cs typeface="+mn-ea"/>
                <a:sym typeface="+mn-lt"/>
              </a:rPr>
              <a:t>server</a:t>
            </a:r>
            <a:endParaRPr lang="zh-CN" altLang="en-US" sz="1400" dirty="0">
              <a:solidFill>
                <a:schemeClr val="bg1"/>
              </a:solidFill>
              <a:cs typeface="+mn-ea"/>
              <a:sym typeface="+mn-lt"/>
            </a:endParaRPr>
          </a:p>
        </p:txBody>
      </p:sp>
      <p:sp>
        <p:nvSpPr>
          <p:cNvPr id="38" name="文本框 37">
            <a:extLst>
              <a:ext uri="{FF2B5EF4-FFF2-40B4-BE49-F238E27FC236}">
                <a16:creationId xmlns:a16="http://schemas.microsoft.com/office/drawing/2014/main" id="{CD861D42-B5B7-4708-9136-CA840D039972}"/>
              </a:ext>
            </a:extLst>
          </p:cNvPr>
          <p:cNvSpPr txBox="1"/>
          <p:nvPr/>
        </p:nvSpPr>
        <p:spPr>
          <a:xfrm>
            <a:off x="8628645" y="4455235"/>
            <a:ext cx="2910937" cy="377411"/>
          </a:xfrm>
          <a:prstGeom prst="rect">
            <a:avLst/>
          </a:prstGeom>
          <a:noFill/>
        </p:spPr>
        <p:txBody>
          <a:bodyPr wrap="square" rtlCol="0">
            <a:spAutoFit/>
          </a:bodyPr>
          <a:lstStyle/>
          <a:p>
            <a:pPr algn="r">
              <a:lnSpc>
                <a:spcPct val="150000"/>
              </a:lnSpc>
            </a:pPr>
            <a:r>
              <a:rPr lang="en-US" altLang="zh-CN" sz="1400" dirty="0">
                <a:solidFill>
                  <a:schemeClr val="bg1"/>
                </a:solidFill>
                <a:cs typeface="+mn-ea"/>
                <a:sym typeface="+mn-lt"/>
              </a:rPr>
              <a:t>Host the website on IBM cloud</a:t>
            </a:r>
            <a:endParaRPr lang="zh-CN" altLang="en-US" sz="1400" dirty="0">
              <a:solidFill>
                <a:schemeClr val="bg1"/>
              </a:solidFill>
              <a:cs typeface="+mn-ea"/>
              <a:sym typeface="+mn-lt"/>
            </a:endParaRPr>
          </a:p>
        </p:txBody>
      </p:sp>
      <p:sp>
        <p:nvSpPr>
          <p:cNvPr id="40" name="文本框 39">
            <a:extLst>
              <a:ext uri="{FF2B5EF4-FFF2-40B4-BE49-F238E27FC236}">
                <a16:creationId xmlns:a16="http://schemas.microsoft.com/office/drawing/2014/main" id="{2D82E3EF-68E2-4A2E-A251-91B417CA060F}"/>
              </a:ext>
            </a:extLst>
          </p:cNvPr>
          <p:cNvSpPr txBox="1"/>
          <p:nvPr/>
        </p:nvSpPr>
        <p:spPr>
          <a:xfrm>
            <a:off x="278660" y="3726959"/>
            <a:ext cx="2714172" cy="700576"/>
          </a:xfrm>
          <a:prstGeom prst="rect">
            <a:avLst/>
          </a:prstGeom>
          <a:noFill/>
        </p:spPr>
        <p:txBody>
          <a:bodyPr wrap="square" rtlCol="0">
            <a:spAutoFit/>
          </a:bodyPr>
          <a:lstStyle/>
          <a:p>
            <a:pPr algn="r">
              <a:lnSpc>
                <a:spcPct val="150000"/>
              </a:lnSpc>
            </a:pPr>
            <a:r>
              <a:rPr lang="en-US" altLang="zh-CN" sz="1400" dirty="0">
                <a:solidFill>
                  <a:schemeClr val="bg1"/>
                </a:solidFill>
                <a:cs typeface="+mn-ea"/>
                <a:sym typeface="+mn-lt"/>
              </a:rPr>
              <a:t>Decide to use IBM and learn how to use Kubernetes</a:t>
            </a:r>
            <a:endParaRPr lang="zh-CN" altLang="en-US" sz="1400" dirty="0">
              <a:solidFill>
                <a:schemeClr val="bg1"/>
              </a:solidFill>
              <a:cs typeface="+mn-ea"/>
              <a:sym typeface="+mn-lt"/>
            </a:endParaRPr>
          </a:p>
        </p:txBody>
      </p:sp>
      <p:sp>
        <p:nvSpPr>
          <p:cNvPr id="42" name="文本框 41">
            <a:extLst>
              <a:ext uri="{FF2B5EF4-FFF2-40B4-BE49-F238E27FC236}">
                <a16:creationId xmlns:a16="http://schemas.microsoft.com/office/drawing/2014/main" id="{4DA73967-B1E7-4683-8D4D-90F58605E2D1}"/>
              </a:ext>
            </a:extLst>
          </p:cNvPr>
          <p:cNvSpPr txBox="1"/>
          <p:nvPr/>
        </p:nvSpPr>
        <p:spPr>
          <a:xfrm>
            <a:off x="8170261" y="1940625"/>
            <a:ext cx="2571663" cy="700576"/>
          </a:xfrm>
          <a:prstGeom prst="rect">
            <a:avLst/>
          </a:prstGeom>
          <a:noFill/>
        </p:spPr>
        <p:txBody>
          <a:bodyPr wrap="square" rtlCol="0">
            <a:spAutoFit/>
          </a:bodyPr>
          <a:lstStyle/>
          <a:p>
            <a:pPr>
              <a:lnSpc>
                <a:spcPct val="150000"/>
              </a:lnSpc>
            </a:pPr>
            <a:r>
              <a:rPr lang="en-US" altLang="zh-CN" sz="1400" dirty="0">
                <a:solidFill>
                  <a:schemeClr val="bg1"/>
                </a:solidFill>
                <a:cs typeface="+mn-ea"/>
                <a:sym typeface="+mn-lt"/>
              </a:rPr>
              <a:t>Create the container </a:t>
            </a:r>
          </a:p>
          <a:p>
            <a:pPr>
              <a:lnSpc>
                <a:spcPct val="150000"/>
              </a:lnSpc>
            </a:pPr>
            <a:r>
              <a:rPr lang="en-US" altLang="zh-CN" sz="1400" dirty="0">
                <a:solidFill>
                  <a:schemeClr val="bg1"/>
                </a:solidFill>
                <a:cs typeface="+mn-ea"/>
                <a:sym typeface="+mn-lt"/>
              </a:rPr>
              <a:t>(the docker file)</a:t>
            </a:r>
            <a:endParaRPr lang="zh-CN" altLang="en-US" sz="1400" dirty="0">
              <a:solidFill>
                <a:schemeClr val="bg1"/>
              </a:solidFill>
              <a:cs typeface="+mn-ea"/>
              <a:sym typeface="+mn-lt"/>
            </a:endParaRPr>
          </a:p>
        </p:txBody>
      </p:sp>
      <p:sp>
        <p:nvSpPr>
          <p:cNvPr id="44" name="文本框 43">
            <a:extLst>
              <a:ext uri="{FF2B5EF4-FFF2-40B4-BE49-F238E27FC236}">
                <a16:creationId xmlns:a16="http://schemas.microsoft.com/office/drawing/2014/main" id="{77E644B4-1F3E-484C-928E-C92E039E8DA3}"/>
              </a:ext>
            </a:extLst>
          </p:cNvPr>
          <p:cNvSpPr txBox="1"/>
          <p:nvPr/>
        </p:nvSpPr>
        <p:spPr>
          <a:xfrm>
            <a:off x="742582" y="5231791"/>
            <a:ext cx="2571663" cy="1023742"/>
          </a:xfrm>
          <a:prstGeom prst="rect">
            <a:avLst/>
          </a:prstGeom>
          <a:noFill/>
        </p:spPr>
        <p:txBody>
          <a:bodyPr wrap="square" rtlCol="0">
            <a:spAutoFit/>
          </a:bodyPr>
          <a:lstStyle/>
          <a:p>
            <a:pPr>
              <a:lnSpc>
                <a:spcPct val="150000"/>
              </a:lnSpc>
            </a:pPr>
            <a:r>
              <a:rPr lang="en-US" altLang="zh-CN" sz="1400" dirty="0">
                <a:solidFill>
                  <a:schemeClr val="bg1"/>
                </a:solidFill>
                <a:cs typeface="+mn-ea"/>
                <a:sym typeface="+mn-lt"/>
              </a:rPr>
              <a:t>Regularly update the newest version of project to the IBM cloud</a:t>
            </a:r>
            <a:endParaRPr lang="zh-CN" altLang="en-US" sz="1400" dirty="0">
              <a:solidFill>
                <a:schemeClr val="bg1"/>
              </a:solidFill>
              <a:cs typeface="+mn-ea"/>
              <a:sym typeface="+mn-lt"/>
            </a:endParaRPr>
          </a:p>
        </p:txBody>
      </p:sp>
      <p:sp>
        <p:nvSpPr>
          <p:cNvPr id="47" name="椭圆 23">
            <a:extLst>
              <a:ext uri="{FF2B5EF4-FFF2-40B4-BE49-F238E27FC236}">
                <a16:creationId xmlns:a16="http://schemas.microsoft.com/office/drawing/2014/main" id="{01D02D54-CBE8-BB67-86EF-8E34D6BE765E}"/>
              </a:ext>
            </a:extLst>
          </p:cNvPr>
          <p:cNvSpPr/>
          <p:nvPr/>
        </p:nvSpPr>
        <p:spPr>
          <a:xfrm>
            <a:off x="3618295" y="3718111"/>
            <a:ext cx="856343" cy="856343"/>
          </a:xfrm>
          <a:prstGeom prst="ellipse">
            <a:avLst/>
          </a:prstGeom>
          <a:solidFill>
            <a:schemeClr val="bg1"/>
          </a:solidFill>
          <a:ln>
            <a:noFill/>
          </a:ln>
          <a:effectLst>
            <a:outerShdw blurRad="63500" sx="102000" sy="102000" algn="ct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cs typeface="+mn-ea"/>
                <a:sym typeface="+mn-lt"/>
              </a:rPr>
              <a:t>3</a:t>
            </a:r>
            <a:endParaRPr lang="zh-CN" altLang="en-US" dirty="0">
              <a:solidFill>
                <a:schemeClr val="tx1"/>
              </a:solidFill>
              <a:cs typeface="+mn-ea"/>
              <a:sym typeface="+mn-lt"/>
            </a:endParaRPr>
          </a:p>
        </p:txBody>
      </p:sp>
      <p:sp>
        <p:nvSpPr>
          <p:cNvPr id="10" name="Rectangle 9">
            <a:extLst>
              <a:ext uri="{FF2B5EF4-FFF2-40B4-BE49-F238E27FC236}">
                <a16:creationId xmlns:a16="http://schemas.microsoft.com/office/drawing/2014/main" id="{0242FBA0-673C-6A0D-68F2-8928E57BC0A1}"/>
              </a:ext>
            </a:extLst>
          </p:cNvPr>
          <p:cNvSpPr/>
          <p:nvPr/>
        </p:nvSpPr>
        <p:spPr>
          <a:xfrm>
            <a:off x="7486112" y="2405939"/>
            <a:ext cx="319318" cy="369332"/>
          </a:xfrm>
          <a:prstGeom prst="rect">
            <a:avLst/>
          </a:prstGeom>
        </p:spPr>
        <p:txBody>
          <a:bodyPr wrap="none">
            <a:spAutoFit/>
          </a:bodyPr>
          <a:lstStyle/>
          <a:p>
            <a:r>
              <a:rPr lang="en-US" altLang="zh-CN" dirty="0">
                <a:cs typeface="+mn-ea"/>
                <a:sym typeface="+mn-lt"/>
              </a:rPr>
              <a:t>2</a:t>
            </a:r>
            <a:endParaRPr lang="en-US" dirty="0"/>
          </a:p>
        </p:txBody>
      </p:sp>
      <p:sp>
        <p:nvSpPr>
          <p:cNvPr id="53" name="椭圆 23">
            <a:extLst>
              <a:ext uri="{FF2B5EF4-FFF2-40B4-BE49-F238E27FC236}">
                <a16:creationId xmlns:a16="http://schemas.microsoft.com/office/drawing/2014/main" id="{128FE1A9-AD44-B98E-F228-00CBDB6B1D3D}"/>
              </a:ext>
            </a:extLst>
          </p:cNvPr>
          <p:cNvSpPr/>
          <p:nvPr/>
        </p:nvSpPr>
        <p:spPr>
          <a:xfrm>
            <a:off x="7806344" y="4204588"/>
            <a:ext cx="856343" cy="856343"/>
          </a:xfrm>
          <a:prstGeom prst="ellipse">
            <a:avLst/>
          </a:prstGeom>
          <a:solidFill>
            <a:schemeClr val="bg1"/>
          </a:solidFill>
          <a:ln>
            <a:noFill/>
          </a:ln>
          <a:effectLst>
            <a:outerShdw blurRad="63500" sx="102000" sy="102000" algn="ctr" rotWithShape="0">
              <a:schemeClr val="bg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cs typeface="+mn-ea"/>
                <a:sym typeface="+mn-lt"/>
              </a:rPr>
              <a:t>4</a:t>
            </a:r>
            <a:endParaRPr lang="zh-CN" altLang="en-US" dirty="0">
              <a:solidFill>
                <a:schemeClr val="tx1"/>
              </a:solidFill>
              <a:cs typeface="+mn-ea"/>
              <a:sym typeface="+mn-lt"/>
            </a:endParaRPr>
          </a:p>
        </p:txBody>
      </p:sp>
    </p:spTree>
    <p:custDataLst>
      <p:tags r:id="rId1"/>
    </p:custDataLst>
    <p:extLst>
      <p:ext uri="{BB962C8B-B14F-4D97-AF65-F5344CB8AC3E}">
        <p14:creationId xmlns:p14="http://schemas.microsoft.com/office/powerpoint/2010/main" val="33217331"/>
      </p:ext>
    </p:extLst>
  </p:cSld>
  <p:clrMapOvr>
    <a:masterClrMapping/>
  </p:clrMapOvr>
  <p:transition spd="slow" advTm="5206">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wipe(down)">
                                      <p:cBhvr>
                                        <p:cTn id="12" dur="500"/>
                                        <p:tgtEl>
                                          <p:spTgt spid="46"/>
                                        </p:tgtEl>
                                      </p:cBhvr>
                                    </p:animEffect>
                                  </p:childTnLst>
                                </p:cTn>
                              </p:par>
                              <p:par>
                                <p:cTn id="13" presetID="22" presetClass="entr" presetSubtype="4" fill="hold" nodeType="with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wipe(down)">
                                      <p:cBhvr>
                                        <p:cTn id="15" dur="500"/>
                                        <p:tgtEl>
                                          <p:spTgt spid="45"/>
                                        </p:tgtEl>
                                      </p:cBhvr>
                                    </p:animEffect>
                                  </p:childTnLst>
                                </p:cTn>
                              </p:par>
                              <p:par>
                                <p:cTn id="16" presetID="22" presetClass="entr" presetSubtype="2" fill="hold" nodeType="withEffect">
                                  <p:stCondLst>
                                    <p:cond delay="0"/>
                                  </p:stCondLst>
                                  <p:childTnLst>
                                    <p:set>
                                      <p:cBhvr>
                                        <p:cTn id="17" dur="1" fill="hold">
                                          <p:stCondLst>
                                            <p:cond delay="0"/>
                                          </p:stCondLst>
                                        </p:cTn>
                                        <p:tgtEl>
                                          <p:spTgt spid="50"/>
                                        </p:tgtEl>
                                        <p:attrNameLst>
                                          <p:attrName>style.visibility</p:attrName>
                                        </p:attrNameLst>
                                      </p:cBhvr>
                                      <p:to>
                                        <p:strVal val="visible"/>
                                      </p:to>
                                    </p:set>
                                    <p:animEffect transition="in" filter="wipe(right)">
                                      <p:cBhvr>
                                        <p:cTn id="18" dur="500"/>
                                        <p:tgtEl>
                                          <p:spTgt spid="50"/>
                                        </p:tgtEl>
                                      </p:cBhvr>
                                    </p:animEffect>
                                  </p:childTnLst>
                                </p:cTn>
                              </p:par>
                              <p:par>
                                <p:cTn id="19" presetID="22" presetClass="entr" presetSubtype="1" fill="hold" nodeType="withEffect">
                                  <p:stCondLst>
                                    <p:cond delay="0"/>
                                  </p:stCondLst>
                                  <p:childTnLst>
                                    <p:set>
                                      <p:cBhvr>
                                        <p:cTn id="20" dur="1" fill="hold">
                                          <p:stCondLst>
                                            <p:cond delay="0"/>
                                          </p:stCondLst>
                                        </p:cTn>
                                        <p:tgtEl>
                                          <p:spTgt spid="51"/>
                                        </p:tgtEl>
                                        <p:attrNameLst>
                                          <p:attrName>style.visibility</p:attrName>
                                        </p:attrNameLst>
                                      </p:cBhvr>
                                      <p:to>
                                        <p:strVal val="visible"/>
                                      </p:to>
                                    </p:set>
                                    <p:animEffect transition="in" filter="wipe(up)">
                                      <p:cBhvr>
                                        <p:cTn id="21" dur="500"/>
                                        <p:tgtEl>
                                          <p:spTgt spid="51"/>
                                        </p:tgtEl>
                                      </p:cBhvr>
                                    </p:animEffect>
                                  </p:childTnLst>
                                </p:cTn>
                              </p:par>
                              <p:par>
                                <p:cTn id="22" presetID="22" presetClass="entr" presetSubtype="8" fill="hold" nodeType="withEffect">
                                  <p:stCondLst>
                                    <p:cond delay="0"/>
                                  </p:stCondLst>
                                  <p:childTnLst>
                                    <p:set>
                                      <p:cBhvr>
                                        <p:cTn id="23" dur="1" fill="hold">
                                          <p:stCondLst>
                                            <p:cond delay="0"/>
                                          </p:stCondLst>
                                        </p:cTn>
                                        <p:tgtEl>
                                          <p:spTgt spid="52"/>
                                        </p:tgtEl>
                                        <p:attrNameLst>
                                          <p:attrName>style.visibility</p:attrName>
                                        </p:attrNameLst>
                                      </p:cBhvr>
                                      <p:to>
                                        <p:strVal val="visible"/>
                                      </p:to>
                                    </p:set>
                                    <p:animEffect transition="in" filter="wipe(left)">
                                      <p:cBhvr>
                                        <p:cTn id="24" dur="500"/>
                                        <p:tgtEl>
                                          <p:spTgt spid="52"/>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2" fill="hold" grpId="0" nodeType="clickEffect">
                                  <p:stCondLst>
                                    <p:cond delay="0"/>
                                  </p:stCondLst>
                                  <p:childTnLst>
                                    <p:set>
                                      <p:cBhvr>
                                        <p:cTn id="28" dur="1" fill="hold">
                                          <p:stCondLst>
                                            <p:cond delay="0"/>
                                          </p:stCondLst>
                                        </p:cTn>
                                        <p:tgtEl>
                                          <p:spTgt spid="34"/>
                                        </p:tgtEl>
                                        <p:attrNameLst>
                                          <p:attrName>style.visibility</p:attrName>
                                        </p:attrNameLst>
                                      </p:cBhvr>
                                      <p:to>
                                        <p:strVal val="visible"/>
                                      </p:to>
                                    </p:set>
                                    <p:anim calcmode="lin" valueType="num">
                                      <p:cBhvr additive="base">
                                        <p:cTn id="29" dur="500"/>
                                        <p:tgtEl>
                                          <p:spTgt spid="34"/>
                                        </p:tgtEl>
                                        <p:attrNameLst>
                                          <p:attrName>ppt_x</p:attrName>
                                        </p:attrNameLst>
                                      </p:cBhvr>
                                      <p:tavLst>
                                        <p:tav tm="0">
                                          <p:val>
                                            <p:strVal val="#ppt_x+#ppt_w*1.125000"/>
                                          </p:val>
                                        </p:tav>
                                        <p:tav tm="100000">
                                          <p:val>
                                            <p:strVal val="#ppt_x"/>
                                          </p:val>
                                        </p:tav>
                                      </p:tavLst>
                                    </p:anim>
                                    <p:animEffect transition="in" filter="wipe(left)">
                                      <p:cBhvr>
                                        <p:cTn id="30" dur="500"/>
                                        <p:tgtEl>
                                          <p:spTgt spid="34"/>
                                        </p:tgtEl>
                                      </p:cBhvr>
                                    </p:animEffect>
                                  </p:childTnLst>
                                </p:cTn>
                              </p:par>
                              <p:par>
                                <p:cTn id="31" presetID="12" presetClass="entr" presetSubtype="2"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anim calcmode="lin" valueType="num">
                                      <p:cBhvr additive="base">
                                        <p:cTn id="33" dur="500"/>
                                        <p:tgtEl>
                                          <p:spTgt spid="38"/>
                                        </p:tgtEl>
                                        <p:attrNameLst>
                                          <p:attrName>ppt_x</p:attrName>
                                        </p:attrNameLst>
                                      </p:cBhvr>
                                      <p:tavLst>
                                        <p:tav tm="0">
                                          <p:val>
                                            <p:strVal val="#ppt_x+#ppt_w*1.125000"/>
                                          </p:val>
                                        </p:tav>
                                        <p:tav tm="100000">
                                          <p:val>
                                            <p:strVal val="#ppt_x"/>
                                          </p:val>
                                        </p:tav>
                                      </p:tavLst>
                                    </p:anim>
                                    <p:animEffect transition="in" filter="wipe(left)">
                                      <p:cBhvr>
                                        <p:cTn id="34" dur="500"/>
                                        <p:tgtEl>
                                          <p:spTgt spid="38"/>
                                        </p:tgtEl>
                                      </p:cBhvr>
                                    </p:animEffect>
                                  </p:childTnLst>
                                </p:cTn>
                              </p:par>
                              <p:par>
                                <p:cTn id="35" presetID="12" presetClass="entr" presetSubtype="2"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anim calcmode="lin" valueType="num">
                                      <p:cBhvr additive="base">
                                        <p:cTn id="37" dur="500"/>
                                        <p:tgtEl>
                                          <p:spTgt spid="40"/>
                                        </p:tgtEl>
                                        <p:attrNameLst>
                                          <p:attrName>ppt_x</p:attrName>
                                        </p:attrNameLst>
                                      </p:cBhvr>
                                      <p:tavLst>
                                        <p:tav tm="0">
                                          <p:val>
                                            <p:strVal val="#ppt_x+#ppt_w*1.125000"/>
                                          </p:val>
                                        </p:tav>
                                        <p:tav tm="100000">
                                          <p:val>
                                            <p:strVal val="#ppt_x"/>
                                          </p:val>
                                        </p:tav>
                                      </p:tavLst>
                                    </p:anim>
                                    <p:animEffect transition="in" filter="wipe(left)">
                                      <p:cBhvr>
                                        <p:cTn id="38" dur="500"/>
                                        <p:tgtEl>
                                          <p:spTgt spid="40"/>
                                        </p:tgtEl>
                                      </p:cBhvr>
                                    </p:animEffect>
                                  </p:childTnLst>
                                </p:cTn>
                              </p:par>
                              <p:par>
                                <p:cTn id="39" presetID="12" presetClass="entr" presetSubtype="8"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anim calcmode="lin" valueType="num">
                                      <p:cBhvr additive="base">
                                        <p:cTn id="41" dur="500"/>
                                        <p:tgtEl>
                                          <p:spTgt spid="42"/>
                                        </p:tgtEl>
                                        <p:attrNameLst>
                                          <p:attrName>ppt_x</p:attrName>
                                        </p:attrNameLst>
                                      </p:cBhvr>
                                      <p:tavLst>
                                        <p:tav tm="0">
                                          <p:val>
                                            <p:strVal val="#ppt_x-#ppt_w*1.125000"/>
                                          </p:val>
                                        </p:tav>
                                        <p:tav tm="100000">
                                          <p:val>
                                            <p:strVal val="#ppt_x"/>
                                          </p:val>
                                        </p:tav>
                                      </p:tavLst>
                                    </p:anim>
                                    <p:animEffect transition="in" filter="wipe(right)">
                                      <p:cBhvr>
                                        <p:cTn id="42" dur="500"/>
                                        <p:tgtEl>
                                          <p:spTgt spid="42"/>
                                        </p:tgtEl>
                                      </p:cBhvr>
                                    </p:animEffect>
                                  </p:childTnLst>
                                </p:cTn>
                              </p:par>
                              <p:par>
                                <p:cTn id="43" presetID="12" presetClass="entr" presetSubtype="8" fill="hold" grpId="0" nodeType="withEffect">
                                  <p:stCondLst>
                                    <p:cond delay="0"/>
                                  </p:stCondLst>
                                  <p:childTnLst>
                                    <p:set>
                                      <p:cBhvr>
                                        <p:cTn id="44" dur="1" fill="hold">
                                          <p:stCondLst>
                                            <p:cond delay="0"/>
                                          </p:stCondLst>
                                        </p:cTn>
                                        <p:tgtEl>
                                          <p:spTgt spid="44"/>
                                        </p:tgtEl>
                                        <p:attrNameLst>
                                          <p:attrName>style.visibility</p:attrName>
                                        </p:attrNameLst>
                                      </p:cBhvr>
                                      <p:to>
                                        <p:strVal val="visible"/>
                                      </p:to>
                                    </p:set>
                                    <p:anim calcmode="lin" valueType="num">
                                      <p:cBhvr additive="base">
                                        <p:cTn id="45" dur="500"/>
                                        <p:tgtEl>
                                          <p:spTgt spid="44"/>
                                        </p:tgtEl>
                                        <p:attrNameLst>
                                          <p:attrName>ppt_x</p:attrName>
                                        </p:attrNameLst>
                                      </p:cBhvr>
                                      <p:tavLst>
                                        <p:tav tm="0">
                                          <p:val>
                                            <p:strVal val="#ppt_x-#ppt_w*1.125000"/>
                                          </p:val>
                                        </p:tav>
                                        <p:tav tm="100000">
                                          <p:val>
                                            <p:strVal val="#ppt_x"/>
                                          </p:val>
                                        </p:tav>
                                      </p:tavLst>
                                    </p:anim>
                                    <p:animEffect transition="in" filter="wipe(right)">
                                      <p:cBhvr>
                                        <p:cTn id="46"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8" grpId="0"/>
      <p:bldP spid="40" grpId="0"/>
      <p:bldP spid="42" grpId="0"/>
      <p:bldP spid="4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73653C11-1A75-4977-AED8-382EB58CFA55}"/>
              </a:ext>
            </a:extLst>
          </p:cNvPr>
          <p:cNvGrpSpPr/>
          <p:nvPr/>
        </p:nvGrpSpPr>
        <p:grpSpPr>
          <a:xfrm>
            <a:off x="-589525" y="905515"/>
            <a:ext cx="2398249" cy="2398249"/>
            <a:chOff x="-1199125" y="1716666"/>
            <a:chExt cx="2398249" cy="2398249"/>
          </a:xfrm>
        </p:grpSpPr>
        <p:sp>
          <p:nvSpPr>
            <p:cNvPr id="5" name="椭圆 4">
              <a:extLst>
                <a:ext uri="{FF2B5EF4-FFF2-40B4-BE49-F238E27FC236}">
                  <a16:creationId xmlns:a16="http://schemas.microsoft.com/office/drawing/2014/main" id="{4447F7EB-804F-473A-9961-70FE40ED9E97}"/>
                </a:ext>
              </a:extLst>
            </p:cNvPr>
            <p:cNvSpPr/>
            <p:nvPr/>
          </p:nvSpPr>
          <p:spPr>
            <a:xfrm>
              <a:off x="-1199125" y="1716666"/>
              <a:ext cx="2398249" cy="2398249"/>
            </a:xfrm>
            <a:prstGeom prst="ellipse">
              <a:avLst/>
            </a:prstGeom>
            <a:solidFill>
              <a:schemeClr val="bg1">
                <a:lumMod val="6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9" name="图片 8">
              <a:extLst>
                <a:ext uri="{FF2B5EF4-FFF2-40B4-BE49-F238E27FC236}">
                  <a16:creationId xmlns:a16="http://schemas.microsoft.com/office/drawing/2014/main" id="{BC1733F4-B610-42D9-97B3-C887EE1FD936}"/>
                </a:ext>
              </a:extLst>
            </p:cNvPr>
            <p:cNvPicPr>
              <a:picLocks noChangeAspect="1"/>
            </p:cNvPicPr>
            <p:nvPr/>
          </p:nvPicPr>
          <p:blipFill>
            <a:blip r:embed="rId5"/>
            <a:stretch>
              <a:fillRect/>
            </a:stretch>
          </p:blipFill>
          <p:spPr>
            <a:xfrm>
              <a:off x="-341633" y="2250164"/>
              <a:ext cx="1369307" cy="1331254"/>
            </a:xfrm>
            <a:prstGeom prst="rect">
              <a:avLst/>
            </a:prstGeom>
          </p:spPr>
        </p:pic>
      </p:grpSp>
      <p:grpSp>
        <p:nvGrpSpPr>
          <p:cNvPr id="12" name="组合 11">
            <a:extLst>
              <a:ext uri="{FF2B5EF4-FFF2-40B4-BE49-F238E27FC236}">
                <a16:creationId xmlns:a16="http://schemas.microsoft.com/office/drawing/2014/main" id="{70EF0BE4-6CD3-4DCB-8C8B-A6FE7FE90A01}"/>
              </a:ext>
            </a:extLst>
          </p:cNvPr>
          <p:cNvGrpSpPr/>
          <p:nvPr/>
        </p:nvGrpSpPr>
        <p:grpSpPr>
          <a:xfrm>
            <a:off x="10383275" y="3819424"/>
            <a:ext cx="2398249" cy="2398249"/>
            <a:chOff x="10992875" y="4114915"/>
            <a:chExt cx="2398249" cy="2398249"/>
          </a:xfrm>
        </p:grpSpPr>
        <p:sp>
          <p:nvSpPr>
            <p:cNvPr id="6" name="椭圆 5">
              <a:extLst>
                <a:ext uri="{FF2B5EF4-FFF2-40B4-BE49-F238E27FC236}">
                  <a16:creationId xmlns:a16="http://schemas.microsoft.com/office/drawing/2014/main" id="{09D626DD-EDC8-4296-8A2C-4B59814D504C}"/>
                </a:ext>
              </a:extLst>
            </p:cNvPr>
            <p:cNvSpPr/>
            <p:nvPr/>
          </p:nvSpPr>
          <p:spPr>
            <a:xfrm>
              <a:off x="10992875" y="4114915"/>
              <a:ext cx="2398249" cy="2398249"/>
            </a:xfrm>
            <a:prstGeom prst="ellipse">
              <a:avLst/>
            </a:prstGeom>
            <a:solidFill>
              <a:schemeClr val="bg1">
                <a:lumMod val="6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1" name="图片 10">
              <a:extLst>
                <a:ext uri="{FF2B5EF4-FFF2-40B4-BE49-F238E27FC236}">
                  <a16:creationId xmlns:a16="http://schemas.microsoft.com/office/drawing/2014/main" id="{1B4405A2-0A30-4E1C-9E4D-62C4122EDFE2}"/>
                </a:ext>
              </a:extLst>
            </p:cNvPr>
            <p:cNvPicPr>
              <a:picLocks noChangeAspect="1"/>
            </p:cNvPicPr>
            <p:nvPr/>
          </p:nvPicPr>
          <p:blipFill>
            <a:blip r:embed="rId6"/>
            <a:stretch>
              <a:fillRect/>
            </a:stretch>
          </p:blipFill>
          <p:spPr>
            <a:xfrm flipH="1">
              <a:off x="11190727" y="4648413"/>
              <a:ext cx="1507243" cy="1345010"/>
            </a:xfrm>
            <a:prstGeom prst="rect">
              <a:avLst/>
            </a:prstGeom>
          </p:spPr>
        </p:pic>
      </p:grpSp>
      <p:sp>
        <p:nvSpPr>
          <p:cNvPr id="18" name="文本框 17">
            <a:extLst>
              <a:ext uri="{FF2B5EF4-FFF2-40B4-BE49-F238E27FC236}">
                <a16:creationId xmlns:a16="http://schemas.microsoft.com/office/drawing/2014/main" id="{9FFA0F6D-D1A8-4F2A-A905-FA43B3F5BFB8}"/>
              </a:ext>
            </a:extLst>
          </p:cNvPr>
          <p:cNvSpPr txBox="1"/>
          <p:nvPr/>
        </p:nvSpPr>
        <p:spPr>
          <a:xfrm>
            <a:off x="1441542" y="526587"/>
            <a:ext cx="4004272" cy="369332"/>
          </a:xfrm>
          <a:prstGeom prst="rect">
            <a:avLst/>
          </a:prstGeom>
          <a:noFill/>
        </p:spPr>
        <p:txBody>
          <a:bodyPr wrap="square" rtlCol="0">
            <a:spAutoFit/>
          </a:bodyPr>
          <a:lstStyle/>
          <a:p>
            <a:pPr algn="dist"/>
            <a:r>
              <a:rPr lang="en-US" altLang="zh-CN" dirty="0">
                <a:solidFill>
                  <a:schemeClr val="bg1"/>
                </a:solidFill>
                <a:cs typeface="+mn-ea"/>
                <a:sym typeface="+mn-lt"/>
              </a:rPr>
              <a:t>A quick demonstration</a:t>
            </a:r>
            <a:endParaRPr lang="zh-CN" altLang="en-US" dirty="0">
              <a:solidFill>
                <a:schemeClr val="bg1"/>
              </a:solidFill>
              <a:cs typeface="+mn-ea"/>
              <a:sym typeface="+mn-lt"/>
            </a:endParaRPr>
          </a:p>
        </p:txBody>
      </p:sp>
      <p:sp>
        <p:nvSpPr>
          <p:cNvPr id="3" name="TextBox 2">
            <a:extLst>
              <a:ext uri="{FF2B5EF4-FFF2-40B4-BE49-F238E27FC236}">
                <a16:creationId xmlns:a16="http://schemas.microsoft.com/office/drawing/2014/main" id="{397C3A3D-8FF2-E67A-0471-A8D7DDF5F314}"/>
              </a:ext>
            </a:extLst>
          </p:cNvPr>
          <p:cNvSpPr txBox="1"/>
          <p:nvPr/>
        </p:nvSpPr>
        <p:spPr>
          <a:xfrm>
            <a:off x="1401168" y="3152593"/>
            <a:ext cx="9389663" cy="1200329"/>
          </a:xfrm>
          <a:prstGeom prst="rect">
            <a:avLst/>
          </a:prstGeom>
          <a:noFill/>
        </p:spPr>
        <p:txBody>
          <a:bodyPr wrap="square" rtlCol="0">
            <a:spAutoFit/>
          </a:bodyPr>
          <a:lstStyle/>
          <a:p>
            <a:r>
              <a:rPr lang="en-GB" dirty="0">
                <a:hlinkClick r:id="rId7"/>
              </a:rPr>
              <a:t>https://group-3dbuilding.classroom-eu-gb-1-bx2-4x1-d4ceb080620f0ec34cd169ad110144ef-0000.eu-gb.containers.appdomain.cloud</a:t>
            </a:r>
            <a:endParaRPr lang="en-GB" dirty="0"/>
          </a:p>
          <a:p>
            <a:br>
              <a:rPr lang="en-GB" dirty="0"/>
            </a:br>
            <a:endParaRPr lang="en-US" dirty="0"/>
          </a:p>
        </p:txBody>
      </p:sp>
    </p:spTree>
    <p:custDataLst>
      <p:tags r:id="rId1"/>
    </p:custDataLst>
    <p:extLst>
      <p:ext uri="{BB962C8B-B14F-4D97-AF65-F5344CB8AC3E}">
        <p14:creationId xmlns:p14="http://schemas.microsoft.com/office/powerpoint/2010/main" val="1560830075"/>
      </p:ext>
    </p:extLst>
  </p:cSld>
  <p:clrMapOvr>
    <a:masterClrMapping/>
  </p:clrMapOvr>
  <mc:AlternateContent xmlns:mc="http://schemas.openxmlformats.org/markup-compatibility/2006" xmlns:p14="http://schemas.microsoft.com/office/powerpoint/2010/main">
    <mc:Choice Requires="p14">
      <p:transition spd="slow" p14:dur="4000" advTm="6954">
        <p14:vortex dir="r"/>
      </p:transition>
    </mc:Choice>
    <mc:Fallback xmlns="">
      <p:transition spd="slow" advTm="6954">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righ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arn(inVertical)">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77FED958-842D-44C1-91B9-745E3F7D4EBA}"/>
              </a:ext>
            </a:extLst>
          </p:cNvPr>
          <p:cNvSpPr txBox="1"/>
          <p:nvPr/>
        </p:nvSpPr>
        <p:spPr>
          <a:xfrm>
            <a:off x="228413" y="1192059"/>
            <a:ext cx="3731315" cy="458908"/>
          </a:xfrm>
          <a:prstGeom prst="rect">
            <a:avLst/>
          </a:prstGeom>
          <a:noFill/>
        </p:spPr>
        <p:txBody>
          <a:bodyPr wrap="square" rtlCol="0">
            <a:spAutoFit/>
          </a:bodyPr>
          <a:lstStyle/>
          <a:p>
            <a:pPr>
              <a:lnSpc>
                <a:spcPct val="150000"/>
              </a:lnSpc>
            </a:pPr>
            <a:r>
              <a:rPr lang="en-US" altLang="zh-CN" dirty="0">
                <a:solidFill>
                  <a:schemeClr val="bg1"/>
                </a:solidFill>
                <a:cs typeface="+mn-ea"/>
                <a:sym typeface="+mn-lt"/>
              </a:rPr>
              <a:t>1. Communication</a:t>
            </a:r>
            <a:endParaRPr lang="zh-CN" altLang="en-US" dirty="0">
              <a:solidFill>
                <a:schemeClr val="bg1"/>
              </a:solidFill>
              <a:cs typeface="+mn-ea"/>
              <a:sym typeface="+mn-lt"/>
            </a:endParaRPr>
          </a:p>
        </p:txBody>
      </p:sp>
      <p:sp>
        <p:nvSpPr>
          <p:cNvPr id="35" name="TextBox 34">
            <a:extLst>
              <a:ext uri="{FF2B5EF4-FFF2-40B4-BE49-F238E27FC236}">
                <a16:creationId xmlns:a16="http://schemas.microsoft.com/office/drawing/2014/main" id="{48A69143-70B0-4210-1AB4-EFE2DCC43D63}"/>
              </a:ext>
            </a:extLst>
          </p:cNvPr>
          <p:cNvSpPr txBox="1"/>
          <p:nvPr/>
        </p:nvSpPr>
        <p:spPr>
          <a:xfrm>
            <a:off x="2312048" y="193205"/>
            <a:ext cx="7469945" cy="523220"/>
          </a:xfrm>
          <a:prstGeom prst="rect">
            <a:avLst/>
          </a:prstGeom>
          <a:noFill/>
        </p:spPr>
        <p:txBody>
          <a:bodyPr wrap="square" rtlCol="0">
            <a:spAutoFit/>
          </a:bodyPr>
          <a:lstStyle/>
          <a:p>
            <a:r>
              <a:rPr lang="en-US" sz="2800" dirty="0">
                <a:solidFill>
                  <a:schemeClr val="bg1"/>
                </a:solidFill>
              </a:rPr>
              <a:t>Challenge confronted (and solution)</a:t>
            </a:r>
          </a:p>
        </p:txBody>
      </p:sp>
      <p:sp>
        <p:nvSpPr>
          <p:cNvPr id="37" name="文本框 5">
            <a:extLst>
              <a:ext uri="{FF2B5EF4-FFF2-40B4-BE49-F238E27FC236}">
                <a16:creationId xmlns:a16="http://schemas.microsoft.com/office/drawing/2014/main" id="{77FED958-842D-44C1-91B9-745E3F7D4EBA}"/>
              </a:ext>
            </a:extLst>
          </p:cNvPr>
          <p:cNvSpPr txBox="1"/>
          <p:nvPr/>
        </p:nvSpPr>
        <p:spPr>
          <a:xfrm>
            <a:off x="228413" y="2117266"/>
            <a:ext cx="3731315" cy="45890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dirty="0">
                <a:solidFill>
                  <a:schemeClr val="bg1"/>
                </a:solidFill>
                <a:cs typeface="+mn-ea"/>
                <a:sym typeface="+mn-lt"/>
              </a:rPr>
              <a:t>2. A lot of new things to learn</a:t>
            </a:r>
            <a:endParaRPr lang="zh-CN" altLang="en-US" dirty="0">
              <a:solidFill>
                <a:schemeClr val="bg1"/>
              </a:solidFill>
              <a:cs typeface="+mn-ea"/>
              <a:sym typeface="+mn-lt"/>
            </a:endParaRPr>
          </a:p>
        </p:txBody>
      </p:sp>
      <p:sp>
        <p:nvSpPr>
          <p:cNvPr id="39" name="文本框 5">
            <a:extLst>
              <a:ext uri="{FF2B5EF4-FFF2-40B4-BE49-F238E27FC236}">
                <a16:creationId xmlns:a16="http://schemas.microsoft.com/office/drawing/2014/main" id="{77FED958-842D-44C1-91B9-745E3F7D4EBA}"/>
              </a:ext>
            </a:extLst>
          </p:cNvPr>
          <p:cNvSpPr txBox="1"/>
          <p:nvPr/>
        </p:nvSpPr>
        <p:spPr>
          <a:xfrm>
            <a:off x="228413" y="3042473"/>
            <a:ext cx="3731315" cy="45890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dirty="0">
                <a:solidFill>
                  <a:schemeClr val="bg1"/>
                </a:solidFill>
                <a:cs typeface="+mn-ea"/>
                <a:sym typeface="+mn-lt"/>
              </a:rPr>
              <a:t>3. Unfamiliar with GitHub </a:t>
            </a:r>
            <a:endParaRPr lang="zh-CN" altLang="en-US" dirty="0">
              <a:solidFill>
                <a:schemeClr val="bg1"/>
              </a:solidFill>
              <a:cs typeface="+mn-ea"/>
              <a:sym typeface="+mn-lt"/>
            </a:endParaRPr>
          </a:p>
        </p:txBody>
      </p:sp>
      <p:sp>
        <p:nvSpPr>
          <p:cNvPr id="40" name="文本框 5">
            <a:extLst>
              <a:ext uri="{FF2B5EF4-FFF2-40B4-BE49-F238E27FC236}">
                <a16:creationId xmlns:a16="http://schemas.microsoft.com/office/drawing/2014/main" id="{77FED958-842D-44C1-91B9-745E3F7D4EBA}"/>
              </a:ext>
            </a:extLst>
          </p:cNvPr>
          <p:cNvSpPr txBox="1"/>
          <p:nvPr/>
        </p:nvSpPr>
        <p:spPr>
          <a:xfrm>
            <a:off x="228413" y="3939831"/>
            <a:ext cx="4005962" cy="45890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dirty="0">
                <a:solidFill>
                  <a:schemeClr val="bg1"/>
                </a:solidFill>
                <a:cs typeface="+mn-ea"/>
                <a:sym typeface="+mn-lt"/>
              </a:rPr>
              <a:t>4. Feedback required</a:t>
            </a:r>
            <a:endParaRPr lang="zh-CN" altLang="en-US" dirty="0">
              <a:solidFill>
                <a:schemeClr val="bg1"/>
              </a:solidFill>
              <a:cs typeface="+mn-ea"/>
              <a:sym typeface="+mn-lt"/>
            </a:endParaRPr>
          </a:p>
        </p:txBody>
      </p:sp>
    </p:spTree>
    <p:custDataLst>
      <p:tags r:id="rId1"/>
    </p:custDataLst>
    <p:extLst>
      <p:ext uri="{BB962C8B-B14F-4D97-AF65-F5344CB8AC3E}">
        <p14:creationId xmlns:p14="http://schemas.microsoft.com/office/powerpoint/2010/main" val="39035025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Tm="9304">
        <p15:prstTrans prst="origami"/>
      </p:transition>
    </mc:Choice>
    <mc:Fallback xmlns="">
      <p:transition spd="slow" advTm="930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05B55DE-F604-4528-811E-67458843447F}"/>
              </a:ext>
            </a:extLst>
          </p:cNvPr>
          <p:cNvSpPr txBox="1"/>
          <p:nvPr/>
        </p:nvSpPr>
        <p:spPr>
          <a:xfrm>
            <a:off x="1434905" y="211015"/>
            <a:ext cx="7482085" cy="769441"/>
          </a:xfrm>
          <a:prstGeom prst="rect">
            <a:avLst/>
          </a:prstGeom>
          <a:noFill/>
        </p:spPr>
        <p:txBody>
          <a:bodyPr wrap="square" rtlCol="0">
            <a:spAutoFit/>
          </a:bodyPr>
          <a:lstStyle/>
          <a:p>
            <a:pPr algn="ctr"/>
            <a:r>
              <a:rPr lang="en-US" altLang="zh-CN" sz="4400" dirty="0">
                <a:solidFill>
                  <a:schemeClr val="bg1"/>
                </a:solidFill>
                <a:cs typeface="+mn-ea"/>
                <a:sym typeface="+mn-lt"/>
              </a:rPr>
              <a:t>Biggest lesson we learn</a:t>
            </a:r>
            <a:endParaRPr lang="zh-CN" altLang="en-US" sz="4400" dirty="0">
              <a:solidFill>
                <a:schemeClr val="bg1"/>
              </a:solidFill>
              <a:cs typeface="+mn-ea"/>
              <a:sym typeface="+mn-lt"/>
            </a:endParaRPr>
          </a:p>
        </p:txBody>
      </p:sp>
      <p:sp>
        <p:nvSpPr>
          <p:cNvPr id="5" name="TextBox 4">
            <a:extLst>
              <a:ext uri="{FF2B5EF4-FFF2-40B4-BE49-F238E27FC236}">
                <a16:creationId xmlns:a16="http://schemas.microsoft.com/office/drawing/2014/main" id="{6F9DAE88-97E3-1D04-0468-AFB8B4FDC412}"/>
              </a:ext>
            </a:extLst>
          </p:cNvPr>
          <p:cNvSpPr txBox="1"/>
          <p:nvPr/>
        </p:nvSpPr>
        <p:spPr>
          <a:xfrm>
            <a:off x="1055077" y="1575582"/>
            <a:ext cx="2631811" cy="369332"/>
          </a:xfrm>
          <a:prstGeom prst="rect">
            <a:avLst/>
          </a:prstGeom>
          <a:noFill/>
        </p:spPr>
        <p:txBody>
          <a:bodyPr wrap="none" rtlCol="0">
            <a:spAutoFit/>
          </a:bodyPr>
          <a:lstStyle/>
          <a:p>
            <a:r>
              <a:rPr lang="en-US" dirty="0">
                <a:solidFill>
                  <a:schemeClr val="bg1"/>
                </a:solidFill>
              </a:rPr>
              <a:t> 1. How to collaborate</a:t>
            </a:r>
          </a:p>
        </p:txBody>
      </p:sp>
      <p:sp>
        <p:nvSpPr>
          <p:cNvPr id="13" name="文本框 5">
            <a:extLst>
              <a:ext uri="{FF2B5EF4-FFF2-40B4-BE49-F238E27FC236}">
                <a16:creationId xmlns:a16="http://schemas.microsoft.com/office/drawing/2014/main" id="{77FED958-842D-44C1-91B9-745E3F7D4EBA}"/>
              </a:ext>
            </a:extLst>
          </p:cNvPr>
          <p:cNvSpPr txBox="1"/>
          <p:nvPr/>
        </p:nvSpPr>
        <p:spPr>
          <a:xfrm>
            <a:off x="1195754" y="3945133"/>
            <a:ext cx="3731315" cy="87440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dirty="0">
                <a:solidFill>
                  <a:schemeClr val="bg1"/>
                </a:solidFill>
                <a:cs typeface="+mn-ea"/>
                <a:sym typeface="+mn-lt"/>
              </a:rPr>
              <a:t>2. How to make project through GitHub more professionally.</a:t>
            </a:r>
            <a:endParaRPr lang="zh-CN" altLang="en-US" dirty="0">
              <a:solidFill>
                <a:schemeClr val="bg1"/>
              </a:solidFill>
              <a:cs typeface="+mn-ea"/>
              <a:sym typeface="+mn-lt"/>
            </a:endParaRPr>
          </a:p>
        </p:txBody>
      </p:sp>
    </p:spTree>
    <p:custDataLst>
      <p:tags r:id="rId1"/>
    </p:custDataLst>
    <p:extLst>
      <p:ext uri="{BB962C8B-B14F-4D97-AF65-F5344CB8AC3E}">
        <p14:creationId xmlns:p14="http://schemas.microsoft.com/office/powerpoint/2010/main" val="3091603142"/>
      </p:ext>
    </p:extLst>
  </p:cSld>
  <p:clrMapOvr>
    <a:masterClrMapping/>
  </p:clrMapOvr>
  <mc:AlternateContent xmlns:mc="http://schemas.openxmlformats.org/markup-compatibility/2006" xmlns:p14="http://schemas.microsoft.com/office/powerpoint/2010/main">
    <mc:Choice Requires="p14">
      <p:transition spd="slow" p14:dur="4400" advTm="1277">
        <p14:honeycomb/>
      </p:transition>
    </mc:Choice>
    <mc:Fallback xmlns="">
      <p:transition spd="slow" advTm="1277">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4"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164ACBE-6032-4BEB-B3AC-227B08B92828}"/>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93793" y="82190"/>
            <a:ext cx="6879771" cy="6858000"/>
          </a:xfrm>
          <a:prstGeom prst="rect">
            <a:avLst/>
          </a:prstGeom>
        </p:spPr>
      </p:pic>
      <p:sp>
        <p:nvSpPr>
          <p:cNvPr id="6" name="矩形 5">
            <a:extLst>
              <a:ext uri="{FF2B5EF4-FFF2-40B4-BE49-F238E27FC236}">
                <a16:creationId xmlns:a16="http://schemas.microsoft.com/office/drawing/2014/main" id="{AF4F6120-C84D-435A-AE41-FD9AB3335A16}"/>
              </a:ext>
            </a:extLst>
          </p:cNvPr>
          <p:cNvSpPr/>
          <p:nvPr/>
        </p:nvSpPr>
        <p:spPr>
          <a:xfrm>
            <a:off x="8387066" y="978359"/>
            <a:ext cx="1607541" cy="1277464"/>
          </a:xfrm>
          <a:prstGeom prst="rect">
            <a:avLst/>
          </a:prstGeom>
          <a:noFill/>
          <a:ln w="47625">
            <a:solidFill>
              <a:schemeClr val="bg1"/>
            </a:solidFill>
          </a:ln>
          <a:effectLst>
            <a:outerShdw blurRad="88900" sx="104000" sy="104000" algn="ctr" rotWithShape="0">
              <a:schemeClr val="bg1">
                <a:alpha val="3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useBgFill="1">
        <p:nvSpPr>
          <p:cNvPr id="2" name="文本框 1">
            <a:extLst>
              <a:ext uri="{FF2B5EF4-FFF2-40B4-BE49-F238E27FC236}">
                <a16:creationId xmlns:a16="http://schemas.microsoft.com/office/drawing/2014/main" id="{852BBCC3-E40A-4865-AE51-0DBC11A22406}"/>
              </a:ext>
            </a:extLst>
          </p:cNvPr>
          <p:cNvSpPr txBox="1"/>
          <p:nvPr/>
        </p:nvSpPr>
        <p:spPr>
          <a:xfrm>
            <a:off x="10182670" y="2257082"/>
            <a:ext cx="1314403" cy="307777"/>
          </a:xfrm>
          <a:prstGeom prst="rect">
            <a:avLst/>
          </a:prstGeom>
          <a:ln>
            <a:noFill/>
          </a:ln>
        </p:spPr>
        <p:txBody>
          <a:bodyPr wrap="square" rtlCol="0">
            <a:spAutoFit/>
          </a:bodyPr>
          <a:lstStyle/>
          <a:p>
            <a:pPr algn="ctr"/>
            <a:r>
              <a:rPr lang="en-US" altLang="zh-CN" sz="1400" dirty="0">
                <a:ln>
                  <a:solidFill>
                    <a:schemeClr val="bg1"/>
                  </a:solidFill>
                </a:ln>
                <a:solidFill>
                  <a:schemeClr val="bg1"/>
                </a:solidFill>
                <a:cs typeface="+mn-ea"/>
                <a:sym typeface="+mn-lt"/>
              </a:rPr>
              <a:t>2021-2022</a:t>
            </a:r>
            <a:endParaRPr lang="zh-CN" altLang="en-US" sz="1400" dirty="0">
              <a:ln>
                <a:solidFill>
                  <a:schemeClr val="bg1"/>
                </a:solidFill>
              </a:ln>
              <a:solidFill>
                <a:schemeClr val="bg1"/>
              </a:solidFill>
              <a:cs typeface="+mn-ea"/>
              <a:sym typeface="+mn-lt"/>
            </a:endParaRPr>
          </a:p>
        </p:txBody>
      </p:sp>
      <p:sp useBgFill="1">
        <p:nvSpPr>
          <p:cNvPr id="7" name="文本框 6">
            <a:extLst>
              <a:ext uri="{FF2B5EF4-FFF2-40B4-BE49-F238E27FC236}">
                <a16:creationId xmlns:a16="http://schemas.microsoft.com/office/drawing/2014/main" id="{45ABA7FB-A5FE-4973-B32A-82585CA3F2BD}"/>
              </a:ext>
            </a:extLst>
          </p:cNvPr>
          <p:cNvSpPr txBox="1"/>
          <p:nvPr/>
        </p:nvSpPr>
        <p:spPr>
          <a:xfrm>
            <a:off x="8450741" y="1167124"/>
            <a:ext cx="1459070" cy="892552"/>
          </a:xfrm>
          <a:prstGeom prst="rect">
            <a:avLst/>
          </a:prstGeom>
        </p:spPr>
        <p:txBody>
          <a:bodyPr wrap="square" rtlCol="0">
            <a:spAutoFit/>
          </a:bodyPr>
          <a:lstStyle/>
          <a:p>
            <a:r>
              <a:rPr lang="en-US" altLang="zh-CN" sz="2800" dirty="0">
                <a:solidFill>
                  <a:srgbClr val="00C2B9"/>
                </a:solidFill>
                <a:cs typeface="+mn-ea"/>
                <a:sym typeface="+mn-lt"/>
              </a:rPr>
              <a:t>3D</a:t>
            </a:r>
          </a:p>
          <a:p>
            <a:r>
              <a:rPr lang="en-US" altLang="zh-CN" sz="2400" dirty="0">
                <a:solidFill>
                  <a:srgbClr val="00C2B9"/>
                </a:solidFill>
                <a:cs typeface="+mn-ea"/>
                <a:sym typeface="+mn-lt"/>
              </a:rPr>
              <a:t>Building</a:t>
            </a:r>
            <a:endParaRPr lang="zh-CN" altLang="en-US" sz="2400" dirty="0">
              <a:solidFill>
                <a:srgbClr val="00C2B9"/>
              </a:solidFill>
              <a:cs typeface="+mn-ea"/>
              <a:sym typeface="+mn-lt"/>
            </a:endParaRPr>
          </a:p>
        </p:txBody>
      </p:sp>
      <p:grpSp>
        <p:nvGrpSpPr>
          <p:cNvPr id="12" name="组合 11">
            <a:extLst>
              <a:ext uri="{FF2B5EF4-FFF2-40B4-BE49-F238E27FC236}">
                <a16:creationId xmlns:a16="http://schemas.microsoft.com/office/drawing/2014/main" id="{7EC9378D-999D-4B8E-9920-E65BEF57C001}"/>
              </a:ext>
            </a:extLst>
          </p:cNvPr>
          <p:cNvGrpSpPr/>
          <p:nvPr/>
        </p:nvGrpSpPr>
        <p:grpSpPr>
          <a:xfrm>
            <a:off x="9454461" y="4602177"/>
            <a:ext cx="1962211" cy="391566"/>
            <a:chOff x="7139419" y="4193966"/>
            <a:chExt cx="1962211" cy="391566"/>
          </a:xfrm>
        </p:grpSpPr>
        <p:sp>
          <p:nvSpPr>
            <p:cNvPr id="10" name="矩形: 圆角 9">
              <a:extLst>
                <a:ext uri="{FF2B5EF4-FFF2-40B4-BE49-F238E27FC236}">
                  <a16:creationId xmlns:a16="http://schemas.microsoft.com/office/drawing/2014/main" id="{167700FD-FE82-4736-A94F-B9BC39A9BC26}"/>
                </a:ext>
              </a:extLst>
            </p:cNvPr>
            <p:cNvSpPr/>
            <p:nvPr/>
          </p:nvSpPr>
          <p:spPr>
            <a:xfrm>
              <a:off x="7248003" y="4209021"/>
              <a:ext cx="1745041" cy="376511"/>
            </a:xfrm>
            <a:prstGeom prst="round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a:extLst>
                <a:ext uri="{FF2B5EF4-FFF2-40B4-BE49-F238E27FC236}">
                  <a16:creationId xmlns:a16="http://schemas.microsoft.com/office/drawing/2014/main" id="{F23FE8A2-397E-44D2-AD29-8E8724F70762}"/>
                </a:ext>
              </a:extLst>
            </p:cNvPr>
            <p:cNvSpPr txBox="1"/>
            <p:nvPr/>
          </p:nvSpPr>
          <p:spPr>
            <a:xfrm>
              <a:off x="7139419" y="4193966"/>
              <a:ext cx="1962211" cy="369332"/>
            </a:xfrm>
            <a:prstGeom prst="rect">
              <a:avLst/>
            </a:prstGeom>
            <a:noFill/>
          </p:spPr>
          <p:txBody>
            <a:bodyPr wrap="square" rtlCol="0">
              <a:spAutoFit/>
            </a:bodyPr>
            <a:lstStyle/>
            <a:p>
              <a:pPr algn="ctr"/>
              <a:r>
                <a:rPr lang="en-US" altLang="zh-CN" dirty="0">
                  <a:solidFill>
                    <a:schemeClr val="bg1"/>
                  </a:solidFill>
                  <a:cs typeface="+mn-ea"/>
                  <a:sym typeface="+mn-lt"/>
                </a:rPr>
                <a:t>Team members</a:t>
              </a:r>
              <a:endParaRPr lang="zh-CN" altLang="en-US" dirty="0">
                <a:solidFill>
                  <a:schemeClr val="bg1"/>
                </a:solidFill>
                <a:cs typeface="+mn-ea"/>
                <a:sym typeface="+mn-lt"/>
              </a:endParaRPr>
            </a:p>
          </p:txBody>
        </p:sp>
      </p:grpSp>
      <p:grpSp>
        <p:nvGrpSpPr>
          <p:cNvPr id="13" name="组合 12">
            <a:extLst>
              <a:ext uri="{FF2B5EF4-FFF2-40B4-BE49-F238E27FC236}">
                <a16:creationId xmlns:a16="http://schemas.microsoft.com/office/drawing/2014/main" id="{FF9EC5D1-A4F6-4A80-B9C3-BBE534B7989B}"/>
              </a:ext>
            </a:extLst>
          </p:cNvPr>
          <p:cNvGrpSpPr/>
          <p:nvPr/>
        </p:nvGrpSpPr>
        <p:grpSpPr>
          <a:xfrm>
            <a:off x="9269730" y="5224245"/>
            <a:ext cx="2422044" cy="1483416"/>
            <a:chOff x="7171408" y="6004147"/>
            <a:chExt cx="1962211" cy="376511"/>
          </a:xfrm>
        </p:grpSpPr>
        <p:sp>
          <p:nvSpPr>
            <p:cNvPr id="14" name="矩形: 圆角 13">
              <a:extLst>
                <a:ext uri="{FF2B5EF4-FFF2-40B4-BE49-F238E27FC236}">
                  <a16:creationId xmlns:a16="http://schemas.microsoft.com/office/drawing/2014/main" id="{CB5467EF-A7AE-4E92-8E10-9DF8DA622120}"/>
                </a:ext>
              </a:extLst>
            </p:cNvPr>
            <p:cNvSpPr/>
            <p:nvPr/>
          </p:nvSpPr>
          <p:spPr>
            <a:xfrm>
              <a:off x="7246237" y="6004147"/>
              <a:ext cx="1745041" cy="376511"/>
            </a:xfrm>
            <a:prstGeom prst="round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a:extLst>
                <a:ext uri="{FF2B5EF4-FFF2-40B4-BE49-F238E27FC236}">
                  <a16:creationId xmlns:a16="http://schemas.microsoft.com/office/drawing/2014/main" id="{B1410E12-EEBE-4969-8CEF-A6075F7977E7}"/>
                </a:ext>
              </a:extLst>
            </p:cNvPr>
            <p:cNvSpPr txBox="1"/>
            <p:nvPr/>
          </p:nvSpPr>
          <p:spPr>
            <a:xfrm>
              <a:off x="7171408" y="6042002"/>
              <a:ext cx="1962211" cy="265116"/>
            </a:xfrm>
            <a:prstGeom prst="rect">
              <a:avLst/>
            </a:prstGeom>
            <a:noFill/>
          </p:spPr>
          <p:txBody>
            <a:bodyPr wrap="square" rtlCol="0">
              <a:spAutoFit/>
            </a:bodyPr>
            <a:lstStyle/>
            <a:p>
              <a:pPr algn="ctr"/>
              <a:r>
                <a:rPr lang="en-US" altLang="zh-CN" dirty="0">
                  <a:solidFill>
                    <a:schemeClr val="bg1"/>
                  </a:solidFill>
                  <a:cs typeface="+mn-ea"/>
                  <a:sym typeface="+mn-lt"/>
                </a:rPr>
                <a:t>David Zhan</a:t>
              </a:r>
            </a:p>
            <a:p>
              <a:pPr algn="ctr"/>
              <a:r>
                <a:rPr lang="en-US" altLang="zh-CN" dirty="0">
                  <a:solidFill>
                    <a:schemeClr val="bg1"/>
                  </a:solidFill>
                  <a:cs typeface="+mn-ea"/>
                  <a:sym typeface="+mn-lt"/>
                </a:rPr>
                <a:t>Stephen Brock</a:t>
              </a:r>
            </a:p>
            <a:p>
              <a:pPr algn="ctr"/>
              <a:r>
                <a:rPr lang="en-US" altLang="zh-CN" dirty="0">
                  <a:solidFill>
                    <a:schemeClr val="bg1"/>
                  </a:solidFill>
                  <a:cs typeface="+mn-ea"/>
                  <a:sym typeface="+mn-lt"/>
                </a:rPr>
                <a:t>Ziqing Zhang</a:t>
              </a:r>
            </a:p>
            <a:p>
              <a:pPr algn="ctr"/>
              <a:r>
                <a:rPr lang="en-US" altLang="zh-CN" dirty="0">
                  <a:solidFill>
                    <a:schemeClr val="bg1"/>
                  </a:solidFill>
                  <a:cs typeface="+mn-ea"/>
                  <a:sym typeface="+mn-lt"/>
                </a:rPr>
                <a:t>Ruiyong Zhang</a:t>
              </a:r>
              <a:endParaRPr lang="zh-CN" altLang="en-US" dirty="0">
                <a:solidFill>
                  <a:schemeClr val="bg1"/>
                </a:solidFill>
                <a:cs typeface="+mn-ea"/>
                <a:sym typeface="+mn-lt"/>
              </a:endParaRPr>
            </a:p>
          </p:txBody>
        </p:sp>
      </p:grpSp>
      <p:sp useBgFill="1">
        <p:nvSpPr>
          <p:cNvPr id="16" name="椭圆 15">
            <a:extLst>
              <a:ext uri="{FF2B5EF4-FFF2-40B4-BE49-F238E27FC236}">
                <a16:creationId xmlns:a16="http://schemas.microsoft.com/office/drawing/2014/main" id="{59DC1F1E-69EB-4DAC-8293-2D43EE0E9A3F}"/>
              </a:ext>
            </a:extLst>
          </p:cNvPr>
          <p:cNvSpPr/>
          <p:nvPr/>
        </p:nvSpPr>
        <p:spPr>
          <a:xfrm>
            <a:off x="9680678" y="797085"/>
            <a:ext cx="501992" cy="501992"/>
          </a:xfrm>
          <a:prstGeom prst="ellipse">
            <a:avLst/>
          </a:prstGeom>
          <a:ln w="28575">
            <a:solidFill>
              <a:schemeClr val="bg1"/>
            </a:solidFill>
          </a:ln>
          <a:effectLst>
            <a:outerShdw blurRad="101600" sx="104000" sy="104000" algn="ctr" rotWithShape="0">
              <a:schemeClr val="bg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useBgFill="1">
        <p:nvSpPr>
          <p:cNvPr id="17" name="椭圆 16">
            <a:extLst>
              <a:ext uri="{FF2B5EF4-FFF2-40B4-BE49-F238E27FC236}">
                <a16:creationId xmlns:a16="http://schemas.microsoft.com/office/drawing/2014/main" id="{4F1DB2E2-16F3-40F0-867C-1A4B23EE5630}"/>
              </a:ext>
            </a:extLst>
          </p:cNvPr>
          <p:cNvSpPr/>
          <p:nvPr/>
        </p:nvSpPr>
        <p:spPr>
          <a:xfrm>
            <a:off x="8173964" y="2108767"/>
            <a:ext cx="310360" cy="310360"/>
          </a:xfrm>
          <a:prstGeom prst="ellipse">
            <a:avLst/>
          </a:prstGeom>
          <a:ln w="28575">
            <a:solidFill>
              <a:schemeClr val="bg1"/>
            </a:solidFill>
          </a:ln>
          <a:effectLst>
            <a:outerShdw blurRad="101600" sx="104000" sy="104000" algn="ctr" rotWithShape="0">
              <a:schemeClr val="bg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TextBox 18">
            <a:extLst>
              <a:ext uri="{FF2B5EF4-FFF2-40B4-BE49-F238E27FC236}">
                <a16:creationId xmlns:a16="http://schemas.microsoft.com/office/drawing/2014/main" id="{11B58812-A1AA-14F7-7CC6-E5DF3E237E57}"/>
              </a:ext>
            </a:extLst>
          </p:cNvPr>
          <p:cNvSpPr txBox="1"/>
          <p:nvPr/>
        </p:nvSpPr>
        <p:spPr>
          <a:xfrm>
            <a:off x="9269730" y="1497330"/>
            <a:ext cx="184731" cy="369332"/>
          </a:xfrm>
          <a:prstGeom prst="rect">
            <a:avLst/>
          </a:prstGeom>
          <a:noFill/>
        </p:spPr>
        <p:txBody>
          <a:bodyPr wrap="none" rtlCol="0">
            <a:spAutoFit/>
          </a:bodyPr>
          <a:lstStyle/>
          <a:p>
            <a:endParaRPr lang="en-US" dirty="0"/>
          </a:p>
        </p:txBody>
      </p:sp>
      <p:sp>
        <p:nvSpPr>
          <p:cNvPr id="25" name="TextBox 24">
            <a:extLst>
              <a:ext uri="{FF2B5EF4-FFF2-40B4-BE49-F238E27FC236}">
                <a16:creationId xmlns:a16="http://schemas.microsoft.com/office/drawing/2014/main" id="{63120420-A4F0-5547-3573-333A94FA78D4}"/>
              </a:ext>
            </a:extLst>
          </p:cNvPr>
          <p:cNvSpPr txBox="1"/>
          <p:nvPr/>
        </p:nvSpPr>
        <p:spPr>
          <a:xfrm>
            <a:off x="251460" y="232980"/>
            <a:ext cx="4995789" cy="1015663"/>
          </a:xfrm>
          <a:prstGeom prst="rect">
            <a:avLst/>
          </a:prstGeom>
          <a:noFill/>
        </p:spPr>
        <p:txBody>
          <a:bodyPr wrap="square" rtlCol="0">
            <a:spAutoFit/>
          </a:bodyPr>
          <a:lstStyle/>
          <a:p>
            <a:r>
              <a:rPr lang="en-US" sz="6000" dirty="0">
                <a:solidFill>
                  <a:schemeClr val="bg1"/>
                </a:solidFill>
              </a:rPr>
              <a:t>SPE-UOB</a:t>
            </a:r>
          </a:p>
        </p:txBody>
      </p:sp>
      <p:sp>
        <p:nvSpPr>
          <p:cNvPr id="4" name="TextBox 3">
            <a:extLst>
              <a:ext uri="{FF2B5EF4-FFF2-40B4-BE49-F238E27FC236}">
                <a16:creationId xmlns:a16="http://schemas.microsoft.com/office/drawing/2014/main" id="{D999DCC9-C276-977A-0C38-707E42A4A29A}"/>
              </a:ext>
            </a:extLst>
          </p:cNvPr>
          <p:cNvSpPr txBox="1"/>
          <p:nvPr/>
        </p:nvSpPr>
        <p:spPr>
          <a:xfrm>
            <a:off x="1856065" y="3213828"/>
            <a:ext cx="8891929" cy="923330"/>
          </a:xfrm>
          <a:prstGeom prst="rect">
            <a:avLst/>
          </a:prstGeom>
          <a:noFill/>
        </p:spPr>
        <p:txBody>
          <a:bodyPr wrap="square" rtlCol="0">
            <a:spAutoFit/>
          </a:bodyPr>
          <a:lstStyle/>
          <a:p>
            <a:r>
              <a:rPr lang="en-US" sz="5400" dirty="0">
                <a:solidFill>
                  <a:schemeClr val="bg1"/>
                </a:solidFill>
              </a:rPr>
              <a:t>Thanks for watching!</a:t>
            </a:r>
          </a:p>
        </p:txBody>
      </p:sp>
    </p:spTree>
    <p:custDataLst>
      <p:tags r:id="rId1"/>
    </p:custDataLst>
    <p:extLst>
      <p:ext uri="{BB962C8B-B14F-4D97-AF65-F5344CB8AC3E}">
        <p14:creationId xmlns:p14="http://schemas.microsoft.com/office/powerpoint/2010/main" val="193710259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advTm="9953">
        <p15:prstTrans prst="drape"/>
      </p:transition>
    </mc:Choice>
    <mc:Fallback>
      <p:transition spd="slow" advTm="9953">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out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animEffect transition="in" filter="fade">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p:cTn id="31" dur="500" fill="hold"/>
                                        <p:tgtEl>
                                          <p:spTgt spid="16"/>
                                        </p:tgtEl>
                                        <p:attrNameLst>
                                          <p:attrName>ppt_w</p:attrName>
                                        </p:attrNameLst>
                                      </p:cBhvr>
                                      <p:tavLst>
                                        <p:tav tm="0">
                                          <p:val>
                                            <p:fltVal val="0"/>
                                          </p:val>
                                        </p:tav>
                                        <p:tav tm="100000">
                                          <p:val>
                                            <p:strVal val="#ppt_w"/>
                                          </p:val>
                                        </p:tav>
                                      </p:tavLst>
                                    </p:anim>
                                    <p:anim calcmode="lin" valueType="num">
                                      <p:cBhvr>
                                        <p:cTn id="32" dur="500" fill="hold"/>
                                        <p:tgtEl>
                                          <p:spTgt spid="16"/>
                                        </p:tgtEl>
                                        <p:attrNameLst>
                                          <p:attrName>ppt_h</p:attrName>
                                        </p:attrNameLst>
                                      </p:cBhvr>
                                      <p:tavLst>
                                        <p:tav tm="0">
                                          <p:val>
                                            <p:fltVal val="0"/>
                                          </p:val>
                                        </p:tav>
                                        <p:tav tm="100000">
                                          <p:val>
                                            <p:strVal val="#ppt_h"/>
                                          </p:val>
                                        </p:tav>
                                      </p:tavLst>
                                    </p:anim>
                                    <p:animEffect transition="in" filter="fade">
                                      <p:cBhvr>
                                        <p:cTn id="33" dur="500"/>
                                        <p:tgtEl>
                                          <p:spTgt spid="16"/>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p:cTn id="36" dur="500" fill="hold"/>
                                        <p:tgtEl>
                                          <p:spTgt spid="17"/>
                                        </p:tgtEl>
                                        <p:attrNameLst>
                                          <p:attrName>ppt_w</p:attrName>
                                        </p:attrNameLst>
                                      </p:cBhvr>
                                      <p:tavLst>
                                        <p:tav tm="0">
                                          <p:val>
                                            <p:fltVal val="0"/>
                                          </p:val>
                                        </p:tav>
                                        <p:tav tm="100000">
                                          <p:val>
                                            <p:strVal val="#ppt_w"/>
                                          </p:val>
                                        </p:tav>
                                      </p:tavLst>
                                    </p:anim>
                                    <p:anim calcmode="lin" valueType="num">
                                      <p:cBhvr>
                                        <p:cTn id="37" dur="500" fill="hold"/>
                                        <p:tgtEl>
                                          <p:spTgt spid="17"/>
                                        </p:tgtEl>
                                        <p:attrNameLst>
                                          <p:attrName>ppt_h</p:attrName>
                                        </p:attrNameLst>
                                      </p:cBhvr>
                                      <p:tavLst>
                                        <p:tav tm="0">
                                          <p:val>
                                            <p:fltVal val="0"/>
                                          </p:val>
                                        </p:tav>
                                        <p:tav tm="100000">
                                          <p:val>
                                            <p:strVal val="#ppt_h"/>
                                          </p:val>
                                        </p:tav>
                                      </p:tavLst>
                                    </p:anim>
                                    <p:animEffect transition="in" filter="fade">
                                      <p:cBhvr>
                                        <p:cTn id="38" dur="500"/>
                                        <p:tgtEl>
                                          <p:spTgt spid="17"/>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1000"/>
                                        <p:tgtEl>
                                          <p:spTgt spid="12"/>
                                        </p:tgtEl>
                                      </p:cBhvr>
                                    </p:animEffect>
                                    <p:anim calcmode="lin" valueType="num">
                                      <p:cBhvr>
                                        <p:cTn id="44" dur="1000" fill="hold"/>
                                        <p:tgtEl>
                                          <p:spTgt spid="12"/>
                                        </p:tgtEl>
                                        <p:attrNameLst>
                                          <p:attrName>ppt_x</p:attrName>
                                        </p:attrNameLst>
                                      </p:cBhvr>
                                      <p:tavLst>
                                        <p:tav tm="0">
                                          <p:val>
                                            <p:strVal val="#ppt_x"/>
                                          </p:val>
                                        </p:tav>
                                        <p:tav tm="100000">
                                          <p:val>
                                            <p:strVal val="#ppt_x"/>
                                          </p:val>
                                        </p:tav>
                                      </p:tavLst>
                                    </p:anim>
                                    <p:anim calcmode="lin" valueType="num">
                                      <p:cBhvr>
                                        <p:cTn id="45" dur="1000" fill="hold"/>
                                        <p:tgtEl>
                                          <p:spTgt spid="12"/>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1000"/>
                                        <p:tgtEl>
                                          <p:spTgt spid="13"/>
                                        </p:tgtEl>
                                      </p:cBhvr>
                                    </p:animEffect>
                                    <p:anim calcmode="lin" valueType="num">
                                      <p:cBhvr>
                                        <p:cTn id="49" dur="1000" fill="hold"/>
                                        <p:tgtEl>
                                          <p:spTgt spid="13"/>
                                        </p:tgtEl>
                                        <p:attrNameLst>
                                          <p:attrName>ppt_x</p:attrName>
                                        </p:attrNameLst>
                                      </p:cBhvr>
                                      <p:tavLst>
                                        <p:tav tm="0">
                                          <p:val>
                                            <p:strVal val="#ppt_x"/>
                                          </p:val>
                                        </p:tav>
                                        <p:tav tm="100000">
                                          <p:val>
                                            <p:strVal val="#ppt_x"/>
                                          </p:val>
                                        </p:tav>
                                      </p:tavLst>
                                    </p:anim>
                                    <p:anim calcmode="lin" valueType="num">
                                      <p:cBhvr>
                                        <p:cTn id="5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P spid="7" grpId="0" animBg="1"/>
      <p:bldP spid="16" grpId="0" animBg="1"/>
      <p:bldP spid="17" grpId="0" animBg="1"/>
    </p:bldLst>
  </p:timing>
  <p:extLst>
    <p:ext uri="{E180D4A7-C9FB-4DFB-919C-405C955672EB}">
      <p14:showEvtLst xmlns:p14="http://schemas.microsoft.com/office/powerpoint/2010/main">
        <p14:playEvt time="1047" objId="19"/>
      </p14:showEvtLst>
    </p:ext>
  </p:extLs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创意"/>
</p:tagLst>
</file>

<file path=ppt/tags/tag2.xml><?xml version="1.0" encoding="utf-8"?>
<p:tagLst xmlns:a="http://schemas.openxmlformats.org/drawingml/2006/main" xmlns:r="http://schemas.openxmlformats.org/officeDocument/2006/relationships" xmlns:p="http://schemas.openxmlformats.org/presentationml/2006/main">
  <p:tag name="TIMING" val="|0.5|1|1|0.8|0.6|0.5|0.6|0.7|0.7|1.1|0.6"/>
</p:tagLst>
</file>

<file path=ppt/tags/tag3.xml><?xml version="1.0" encoding="utf-8"?>
<p:tagLst xmlns:a="http://schemas.openxmlformats.org/drawingml/2006/main" xmlns:r="http://schemas.openxmlformats.org/officeDocument/2006/relationships" xmlns:p="http://schemas.openxmlformats.org/presentationml/2006/main">
  <p:tag name="TIMING" val="|0.1|0.6|0.5|0.5|0.5|0.6|0.5|0.8|0.6"/>
</p:tagLst>
</file>

<file path=ppt/tags/tag4.xml><?xml version="1.0" encoding="utf-8"?>
<p:tagLst xmlns:a="http://schemas.openxmlformats.org/drawingml/2006/main" xmlns:r="http://schemas.openxmlformats.org/officeDocument/2006/relationships" xmlns:p="http://schemas.openxmlformats.org/presentationml/2006/main">
  <p:tag name="TIMING" val="|0.1|0.6|0.5|0.5|0.5|0.6|0.5|0.8|0.6"/>
</p:tagLst>
</file>

<file path=ppt/tags/tag5.xml><?xml version="1.0" encoding="utf-8"?>
<p:tagLst xmlns:a="http://schemas.openxmlformats.org/drawingml/2006/main" xmlns:r="http://schemas.openxmlformats.org/officeDocument/2006/relationships" xmlns:p="http://schemas.openxmlformats.org/presentationml/2006/main">
  <p:tag name="TIMING" val="|1.2|0.5|0.6|0.6|0.5|0.5|1|0.5|0.5|0.9|0.5|0.6|1.4|0.8"/>
</p:tagLst>
</file>

<file path=ppt/tags/tag6.xml><?xml version="1.0" encoding="utf-8"?>
<p:tagLst xmlns:a="http://schemas.openxmlformats.org/drawingml/2006/main" xmlns:r="http://schemas.openxmlformats.org/officeDocument/2006/relationships" xmlns:p="http://schemas.openxmlformats.org/presentationml/2006/main">
  <p:tag name="TIMING" val="|0.4|0.6|0.7|0.6|0.6"/>
</p:tagLst>
</file>

<file path=ppt/tags/tag7.xml><?xml version="1.0" encoding="utf-8"?>
<p:tagLst xmlns:a="http://schemas.openxmlformats.org/drawingml/2006/main" xmlns:r="http://schemas.openxmlformats.org/officeDocument/2006/relationships" xmlns:p="http://schemas.openxmlformats.org/presentationml/2006/main">
  <p:tag name="TIMING" val="|0.7|0.6|0.7|0.6|0.6|0.6|0.7|1.1|0.6|1.8|0.5"/>
</p:tagLst>
</file>

<file path=ppt/tags/tag8.xml><?xml version="1.0" encoding="utf-8"?>
<p:tagLst xmlns:a="http://schemas.openxmlformats.org/drawingml/2006/main" xmlns:r="http://schemas.openxmlformats.org/officeDocument/2006/relationships" xmlns:p="http://schemas.openxmlformats.org/presentationml/2006/main">
  <p:tag name="TIMING" val="|0.9|0.5|0.5|0.5|0.6"/>
</p:tagLst>
</file>

<file path=ppt/tags/tag9.xml><?xml version="1.0" encoding="utf-8"?>
<p:tagLst xmlns:a="http://schemas.openxmlformats.org/drawingml/2006/main" xmlns:r="http://schemas.openxmlformats.org/officeDocument/2006/relationships" xmlns:p="http://schemas.openxmlformats.org/presentationml/2006/main">
  <p:tag name="TIMING" val="|0|0.6|0.5|0.6|0.8|0.6|0.5|0.6|0.6"/>
</p:tagLst>
</file>

<file path=ppt/tags/tag10.xml><?xml version="1.0" encoding="utf-8"?>
<p:tagLst xmlns:a="http://schemas.openxmlformats.org/drawingml/2006/main" xmlns:r="http://schemas.openxmlformats.org/officeDocument/2006/relationships" xmlns:p="http://schemas.openxmlformats.org/presentationml/2006/main">
  <p:tag name="TIMING" val="|0.4|0.5|0.6|0.5|0.5"/>
</p:tagLst>
</file>

<file path=ppt/tags/tag11.xml><?xml version="1.0" encoding="utf-8"?>
<p:tagLst xmlns:a="http://schemas.openxmlformats.org/drawingml/2006/main" xmlns:r="http://schemas.openxmlformats.org/officeDocument/2006/relationships" xmlns:p="http://schemas.openxmlformats.org/presentationml/2006/main">
  <p:tag name="TIMING" val="|0.4|0.4|0.7|0.4"/>
</p:tagLst>
</file>

<file path=ppt/tags/tag12.xml><?xml version="1.0" encoding="utf-8"?>
<p:tagLst xmlns:a="http://schemas.openxmlformats.org/drawingml/2006/main" xmlns:r="http://schemas.openxmlformats.org/officeDocument/2006/relationships" xmlns:p="http://schemas.openxmlformats.org/presentationml/2006/main">
  <p:tag name="TIMING" val="|0.6|0.5|0.5|0.5|0.5"/>
</p:tagLst>
</file>

<file path=ppt/tags/tag13.xml><?xml version="1.0" encoding="utf-8"?>
<p:tagLst xmlns:a="http://schemas.openxmlformats.org/drawingml/2006/main" xmlns:r="http://schemas.openxmlformats.org/officeDocument/2006/relationships" xmlns:p="http://schemas.openxmlformats.org/presentationml/2006/main">
  <p:tag name="TIMING" val="|0.1|0.5|0.4|0.5|0.6|0.5|0.6|0.5"/>
</p:tagLst>
</file>

<file path=ppt/tags/tag14.xml><?xml version="1.0" encoding="utf-8"?>
<p:tagLst xmlns:a="http://schemas.openxmlformats.org/drawingml/2006/main" xmlns:r="http://schemas.openxmlformats.org/officeDocument/2006/relationships" xmlns:p="http://schemas.openxmlformats.org/presentationml/2006/main">
  <p:tag name="TIMING" val="|0.6|0.6|0.4|0.6|0.5|0.5|0.5|0.5|0.5|0.4|0.5"/>
</p:tagLst>
</file>

<file path=ppt/tags/tag15.xml><?xml version="1.0" encoding="utf-8"?>
<p:tagLst xmlns:a="http://schemas.openxmlformats.org/drawingml/2006/main" xmlns:r="http://schemas.openxmlformats.org/officeDocument/2006/relationships" xmlns:p="http://schemas.openxmlformats.org/presentationml/2006/main">
  <p:tag name="TIMING" val="|0.4|0.4|0.6|0.3|0.3|0.3|0.4|0.3|0.4|0.3|0.3|0.4|0.4|0.2|0.2|0.2|0.2|0.2|0.2|0.2|0.2|0.2|0.2|0.2|0.2|0.2|0.2|0.2"/>
</p:tagLst>
</file>

<file path=ppt/tags/tag16.xml><?xml version="1.0" encoding="utf-8"?>
<p:tagLst xmlns:a="http://schemas.openxmlformats.org/drawingml/2006/main" xmlns:r="http://schemas.openxmlformats.org/officeDocument/2006/relationships" xmlns:p="http://schemas.openxmlformats.org/presentationml/2006/main">
  <p:tag name="TIMING" val="|0.7|0"/>
</p:tagLst>
</file>

<file path=ppt/tags/tag17.xml><?xml version="1.0" encoding="utf-8"?>
<p:tagLst xmlns:a="http://schemas.openxmlformats.org/drawingml/2006/main" xmlns:r="http://schemas.openxmlformats.org/officeDocument/2006/relationships" xmlns:p="http://schemas.openxmlformats.org/presentationml/2006/main">
  <p:tag name="TIMING" val="|0.5|1|1|0.8|0.6|0.5|0.6|0.7|0.7|1.1|0.6"/>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vma4jzbf">
      <a:majorFont>
        <a:latin typeface="微软雅黑" panose="020F0302020204030204"/>
        <a:ea typeface="微软雅黑"/>
        <a:cs typeface=""/>
      </a:majorFont>
      <a:minorFont>
        <a:latin typeface="微软雅黑" panose="020F050202020403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968</TotalTime>
  <Words>467</Words>
  <Application>Microsoft Macintosh PowerPoint</Application>
  <PresentationFormat>Widescreen</PresentationFormat>
  <Paragraphs>121</Paragraphs>
  <Slides>16</Slides>
  <Notes>16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16</vt:i4>
      </vt:variant>
    </vt:vector>
  </HeadingPairs>
  <TitlesOfParts>
    <vt:vector size="22" baseType="lpstr">
      <vt:lpstr>等线</vt:lpstr>
      <vt:lpstr>微软雅黑</vt:lpstr>
      <vt:lpstr>Arial</vt:lpstr>
      <vt:lpstr>Calibri</vt:lpstr>
      <vt:lpstr>第一PPT，www.1ppt.com</vt:lpstr>
      <vt:lpstr>自定义设计方案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简约科技</dc:title>
  <dc:creator>第一PPT</dc:creator>
  <cp:keywords>www.1ppt.com</cp:keywords>
  <dc:description>www.1ppt.com</dc:description>
  <cp:lastModifiedBy>David Zhan</cp:lastModifiedBy>
  <cp:revision>246</cp:revision>
  <dcterms:created xsi:type="dcterms:W3CDTF">2019-07-25T13:21:41Z</dcterms:created>
  <dcterms:modified xsi:type="dcterms:W3CDTF">2022-05-17T22:57:37Z</dcterms:modified>
</cp:coreProperties>
</file>